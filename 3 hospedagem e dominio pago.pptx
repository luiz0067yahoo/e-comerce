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3"/>
  </p:notesMasterIdLst>
  <p:sldIdLst>
    <p:sldId id="362" r:id="rId2"/>
    <p:sldId id="361" r:id="rId3"/>
    <p:sldId id="363" r:id="rId4"/>
    <p:sldId id="364" r:id="rId5"/>
    <p:sldId id="365" r:id="rId6"/>
    <p:sldId id="366" r:id="rId7"/>
    <p:sldId id="368" r:id="rId8"/>
    <p:sldId id="371" r:id="rId9"/>
    <p:sldId id="372" r:id="rId10"/>
    <p:sldId id="373" r:id="rId11"/>
    <p:sldId id="37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27B553-85FD-C685-DC36-2A90C984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5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0AE1C33-E8DE-4BD2-FDCE-5A7260BD2C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BD00637-C90A-C2DB-8FAA-BBE945E4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05" y="0"/>
            <a:ext cx="11318488" cy="6858000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7B9E1F55-5F1A-BE24-D953-2E0FA9DCC295}"/>
              </a:ext>
            </a:extLst>
          </p:cNvPr>
          <p:cNvSpPr/>
          <p:nvPr/>
        </p:nvSpPr>
        <p:spPr>
          <a:xfrm rot="8100000">
            <a:off x="2758814" y="-148172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439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0F9E8E7-5170-BCB7-4F98-0D18B30FE6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BD00637-C90A-C2DB-8FAA-BBE945E4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95" y="0"/>
            <a:ext cx="11463454" cy="6858000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7B9E1F55-5F1A-BE24-D953-2E0FA9DCC295}"/>
              </a:ext>
            </a:extLst>
          </p:cNvPr>
          <p:cNvSpPr/>
          <p:nvPr/>
        </p:nvSpPr>
        <p:spPr>
          <a:xfrm rot="8100000">
            <a:off x="1889020" y="1156521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47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F6187B0-2CE8-B4CC-1113-0C1650A87A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08592EB-C05F-EE91-BE4E-C47524710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98" y="0"/>
            <a:ext cx="11285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2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55899CA-0B0B-B497-E8A9-E1C533BE52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DAB6A0-10E3-99A6-0746-915AD8F12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8" y="0"/>
            <a:ext cx="11619571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C0A8A2AD-0E87-69DA-D045-025CCA4CE058}"/>
              </a:ext>
            </a:extLst>
          </p:cNvPr>
          <p:cNvSpPr/>
          <p:nvPr/>
        </p:nvSpPr>
        <p:spPr>
          <a:xfrm rot="13412746">
            <a:off x="-170464" y="2124597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23AB14A-57B4-D64C-6254-36CF40AC608D}"/>
              </a:ext>
            </a:extLst>
          </p:cNvPr>
          <p:cNvSpPr/>
          <p:nvPr/>
        </p:nvSpPr>
        <p:spPr>
          <a:xfrm rot="8100000">
            <a:off x="8457088" y="2126679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648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5BB4B19-FABE-C700-3ACD-F2246D47E0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E91506-9DD9-1B37-1860-9831C8744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92" y="0"/>
            <a:ext cx="11541513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23AB14A-57B4-D64C-6254-36CF40AC608D}"/>
              </a:ext>
            </a:extLst>
          </p:cNvPr>
          <p:cNvSpPr/>
          <p:nvPr/>
        </p:nvSpPr>
        <p:spPr>
          <a:xfrm rot="8100000">
            <a:off x="8457088" y="2126679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2C42E857-3661-3390-81E0-E8865BEE6BC0}"/>
              </a:ext>
            </a:extLst>
          </p:cNvPr>
          <p:cNvSpPr/>
          <p:nvPr/>
        </p:nvSpPr>
        <p:spPr>
          <a:xfrm rot="13412746">
            <a:off x="-170464" y="2124597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294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07DC875-7057-A7D6-5073-1C288A4C5C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9D6BBA4-5257-0A5E-E566-DADCA8E2D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80" y="0"/>
            <a:ext cx="5120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2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6F989CD-2B14-6914-0F96-4F8F192302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3AED539-2307-1762-E998-39E42BB66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1" y="0"/>
            <a:ext cx="10816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58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3C268BF-B1D7-5FD4-2144-D38B60F724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5729383-1A11-09EE-536E-85E7C5D20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4" y="0"/>
            <a:ext cx="11374244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E00AB37C-0564-8C64-81D1-BF41907D73F4}"/>
              </a:ext>
            </a:extLst>
          </p:cNvPr>
          <p:cNvSpPr/>
          <p:nvPr/>
        </p:nvSpPr>
        <p:spPr>
          <a:xfrm rot="13412746">
            <a:off x="375946" y="2815973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0E5629AE-434E-B6CD-CF16-DEFFD9D8339B}"/>
              </a:ext>
            </a:extLst>
          </p:cNvPr>
          <p:cNvSpPr/>
          <p:nvPr/>
        </p:nvSpPr>
        <p:spPr>
          <a:xfrm rot="13412746">
            <a:off x="4669164" y="315051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651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D4EA7EA-2E60-714D-5B67-1F1FB3A3A2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A9B429-C7AD-074D-7FA7-F7C61833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10" y="0"/>
            <a:ext cx="107609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87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2B45759-9861-D21A-0236-64C4A1C2F7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F232C8-E666-D5B3-890A-FA723C744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05" y="0"/>
            <a:ext cx="11184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09582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534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24</cp:revision>
  <dcterms:created xsi:type="dcterms:W3CDTF">2026-10-21T13:01:14Z</dcterms:created>
  <dcterms:modified xsi:type="dcterms:W3CDTF">2026-10-22T01:37:18Z</dcterms:modified>
</cp:coreProperties>
</file>