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1" r:id="rId2"/>
    <p:sldId id="272" r:id="rId3"/>
    <p:sldId id="276" r:id="rId4"/>
    <p:sldId id="273" r:id="rId5"/>
    <p:sldId id="274" r:id="rId6"/>
    <p:sldId id="275" r:id="rId7"/>
    <p:sldId id="277" r:id="rId8"/>
    <p:sldId id="278" r:id="rId9"/>
    <p:sldId id="279" r:id="rId10"/>
    <p:sldId id="280" r:id="rId11"/>
    <p:sldId id="281" r:id="rId12"/>
    <p:sldId id="28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86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48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15135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154481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0067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25633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9429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51172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81291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54124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6816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25811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9384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10 - SLIDE 1]</a:t>
            </a:r>
          </a:p>
          <a:p>
            <a:r>
              <a:t>Abertura do Modulo 10: Integracao de Frete e Logistica no WooCommerce. Apresentar o papel critico do frete no e-commerce brasileiro e os topicos que serao abordados na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3932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97E33CE-7FBA-66AC-4476-0DF14C9C6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A49BF2F6-B8A5-D332-AB1A-B79FFE626202}"/>
              </a:ext>
            </a:extLst>
          </p:cNvPr>
          <p:cNvSpPr/>
          <p:nvPr/>
        </p:nvSpPr>
        <p:spPr>
          <a:xfrm rot="18270987">
            <a:off x="3282463" y="3397195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262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E791DF1-111D-B928-B190-8F75A519C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862E2AB5-35A2-844E-6D6C-992918A0421E}"/>
              </a:ext>
            </a:extLst>
          </p:cNvPr>
          <p:cNvSpPr/>
          <p:nvPr/>
        </p:nvSpPr>
        <p:spPr>
          <a:xfrm rot="18270987">
            <a:off x="984740" y="3983349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507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E791DF1-111D-B928-B190-8F75A519C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2" name="Seta: para Cima 1">
            <a:extLst>
              <a:ext uri="{FF2B5EF4-FFF2-40B4-BE49-F238E27FC236}">
                <a16:creationId xmlns:a16="http://schemas.microsoft.com/office/drawing/2014/main" id="{FD340B13-167C-6AC2-4BC9-BDFB144CC14B}"/>
              </a:ext>
            </a:extLst>
          </p:cNvPr>
          <p:cNvSpPr/>
          <p:nvPr/>
        </p:nvSpPr>
        <p:spPr>
          <a:xfrm>
            <a:off x="1582616" y="1563744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5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64AC705-7D1F-56A2-5E25-17EF6F1A1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4F7E5B36-892D-17DD-DC49-FE2E475B6C51}"/>
              </a:ext>
            </a:extLst>
          </p:cNvPr>
          <p:cNvSpPr/>
          <p:nvPr/>
        </p:nvSpPr>
        <p:spPr>
          <a:xfrm>
            <a:off x="8991601" y="2394438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21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703A864-AF16-82DB-7DDA-48C4732CF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E6939A9F-7705-2018-4CFC-D5FAF113B8BA}"/>
              </a:ext>
            </a:extLst>
          </p:cNvPr>
          <p:cNvSpPr/>
          <p:nvPr/>
        </p:nvSpPr>
        <p:spPr>
          <a:xfrm>
            <a:off x="3399694" y="3320561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0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0DD1A45-A05F-8643-C2E9-F736B8C7D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13CA2CC0-2D37-E5E0-06CE-EF331B94B80F}"/>
              </a:ext>
            </a:extLst>
          </p:cNvPr>
          <p:cNvSpPr/>
          <p:nvPr/>
        </p:nvSpPr>
        <p:spPr>
          <a:xfrm>
            <a:off x="3598986" y="3320561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812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DC30BC-37D0-C807-FDDB-C25DC86DA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4" name="Seta: para Cima 3">
            <a:extLst>
              <a:ext uri="{FF2B5EF4-FFF2-40B4-BE49-F238E27FC236}">
                <a16:creationId xmlns:a16="http://schemas.microsoft.com/office/drawing/2014/main" id="{6DA58376-AAF3-5B8F-7BBE-451F1A2B19D8}"/>
              </a:ext>
            </a:extLst>
          </p:cNvPr>
          <p:cNvSpPr/>
          <p:nvPr/>
        </p:nvSpPr>
        <p:spPr>
          <a:xfrm rot="16200000">
            <a:off x="2614247" y="4831666"/>
            <a:ext cx="1617785" cy="2069123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33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504CA7D-CFA6-D0D1-86CB-D99C314E1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910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2980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4191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448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745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492</Words>
  <Application>Microsoft Office PowerPoint</Application>
  <PresentationFormat>Widescreen</PresentationFormat>
  <Paragraphs>24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Luiz Fernando Brogliatto Ferreira</cp:lastModifiedBy>
  <cp:revision>3</cp:revision>
  <dcterms:created xsi:type="dcterms:W3CDTF">2013-01-27T09:14:16Z</dcterms:created>
  <dcterms:modified xsi:type="dcterms:W3CDTF">2026-10-23T01:42:44Z</dcterms:modified>
  <cp:category/>
</cp:coreProperties>
</file>