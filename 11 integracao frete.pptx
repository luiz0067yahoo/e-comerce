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1" r:id="rId2"/>
    <p:sldId id="292" r:id="rId3"/>
    <p:sldId id="293" r:id="rId4"/>
    <p:sldId id="294" r:id="rId5"/>
    <p:sldId id="295" r:id="rId6"/>
    <p:sldId id="296" r:id="rId7"/>
    <p:sldId id="272" r:id="rId8"/>
    <p:sldId id="276" r:id="rId9"/>
    <p:sldId id="273" r:id="rId10"/>
    <p:sldId id="274" r:id="rId11"/>
    <p:sldId id="275" r:id="rId12"/>
    <p:sldId id="277" r:id="rId13"/>
    <p:sldId id="280" r:id="rId14"/>
    <p:sldId id="288" r:id="rId15"/>
    <p:sldId id="297" r:id="rId16"/>
    <p:sldId id="298" r:id="rId17"/>
    <p:sldId id="299" r:id="rId18"/>
    <p:sldId id="300" r:id="rId19"/>
    <p:sldId id="301" r:id="rId20"/>
    <p:sldId id="302" r:id="rId21"/>
    <p:sldId id="30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6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807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15135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05570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79088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49700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68366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21283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15448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00067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256333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29429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51172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81291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525811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002945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153149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574377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47783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34058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257721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61074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7048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97E33CE-7FBA-66AC-4476-0DF14C9C6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ta: para Cima 3">
            <a:extLst>
              <a:ext uri="{FF2B5EF4-FFF2-40B4-BE49-F238E27FC236}">
                <a16:creationId xmlns:a16="http://schemas.microsoft.com/office/drawing/2014/main" id="{A49BF2F6-B8A5-D332-AB1A-B79FFE626202}"/>
              </a:ext>
            </a:extLst>
          </p:cNvPr>
          <p:cNvSpPr/>
          <p:nvPr/>
        </p:nvSpPr>
        <p:spPr>
          <a:xfrm rot="18270987">
            <a:off x="3282463" y="3397195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62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a: para Cima 3">
            <a:extLst>
              <a:ext uri="{FF2B5EF4-FFF2-40B4-BE49-F238E27FC236}">
                <a16:creationId xmlns:a16="http://schemas.microsoft.com/office/drawing/2014/main" id="{A49BF2F6-B8A5-D332-AB1A-B79FFE626202}"/>
              </a:ext>
            </a:extLst>
          </p:cNvPr>
          <p:cNvSpPr/>
          <p:nvPr/>
        </p:nvSpPr>
        <p:spPr>
          <a:xfrm rot="18270987">
            <a:off x="3282463" y="3397195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9B1C47F-9501-0AB6-2E7A-A3D3C3ABD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6" name="Seta: para Cima 5">
            <a:extLst>
              <a:ext uri="{FF2B5EF4-FFF2-40B4-BE49-F238E27FC236}">
                <a16:creationId xmlns:a16="http://schemas.microsoft.com/office/drawing/2014/main" id="{107721EB-0449-C0BB-35A4-6C7A3E4455A0}"/>
              </a:ext>
            </a:extLst>
          </p:cNvPr>
          <p:cNvSpPr/>
          <p:nvPr/>
        </p:nvSpPr>
        <p:spPr>
          <a:xfrm rot="18270987">
            <a:off x="1219202" y="3647163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eta: para Cima 6">
            <a:extLst>
              <a:ext uri="{FF2B5EF4-FFF2-40B4-BE49-F238E27FC236}">
                <a16:creationId xmlns:a16="http://schemas.microsoft.com/office/drawing/2014/main" id="{B245843D-C116-A32C-FCD7-C1146591C4D7}"/>
              </a:ext>
            </a:extLst>
          </p:cNvPr>
          <p:cNvSpPr/>
          <p:nvPr/>
        </p:nvSpPr>
        <p:spPr>
          <a:xfrm rot="1365287">
            <a:off x="8757140" y="3583502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60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279C2CA-EF25-DC28-5941-BC639FDBC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8" name="Seta: para Cima 7">
            <a:extLst>
              <a:ext uri="{FF2B5EF4-FFF2-40B4-BE49-F238E27FC236}">
                <a16:creationId xmlns:a16="http://schemas.microsoft.com/office/drawing/2014/main" id="{B22C7FE8-A60D-EBFC-2D55-D687E23EEF44}"/>
              </a:ext>
            </a:extLst>
          </p:cNvPr>
          <p:cNvSpPr/>
          <p:nvPr/>
        </p:nvSpPr>
        <p:spPr>
          <a:xfrm rot="1365287">
            <a:off x="2532186" y="5001994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eta: para Cima 8">
            <a:extLst>
              <a:ext uri="{FF2B5EF4-FFF2-40B4-BE49-F238E27FC236}">
                <a16:creationId xmlns:a16="http://schemas.microsoft.com/office/drawing/2014/main" id="{84C24109-F59C-1942-3589-72C501462A42}"/>
              </a:ext>
            </a:extLst>
          </p:cNvPr>
          <p:cNvSpPr/>
          <p:nvPr/>
        </p:nvSpPr>
        <p:spPr>
          <a:xfrm rot="1365287">
            <a:off x="6717325" y="5001993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917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3A95F5F-573F-6DA2-A98B-386A0C655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5" name="Seta: para Cima 4">
            <a:extLst>
              <a:ext uri="{FF2B5EF4-FFF2-40B4-BE49-F238E27FC236}">
                <a16:creationId xmlns:a16="http://schemas.microsoft.com/office/drawing/2014/main" id="{D600A9E0-F981-606D-F381-59582760611B}"/>
              </a:ext>
            </a:extLst>
          </p:cNvPr>
          <p:cNvSpPr/>
          <p:nvPr/>
        </p:nvSpPr>
        <p:spPr>
          <a:xfrm rot="1365287">
            <a:off x="2708033" y="3313870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eta: para Cima 6">
            <a:extLst>
              <a:ext uri="{FF2B5EF4-FFF2-40B4-BE49-F238E27FC236}">
                <a16:creationId xmlns:a16="http://schemas.microsoft.com/office/drawing/2014/main" id="{35EE6889-CC87-E30E-66CE-27E734DE541A}"/>
              </a:ext>
            </a:extLst>
          </p:cNvPr>
          <p:cNvSpPr/>
          <p:nvPr/>
        </p:nvSpPr>
        <p:spPr>
          <a:xfrm rot="5963655">
            <a:off x="2157048" y="1427526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68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651B8C1-44BA-E547-8506-42CA72713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8" name="Seta: para Cima 7">
            <a:extLst>
              <a:ext uri="{FF2B5EF4-FFF2-40B4-BE49-F238E27FC236}">
                <a16:creationId xmlns:a16="http://schemas.microsoft.com/office/drawing/2014/main" id="{F0048C11-6E1F-C483-21B5-AF3DD46B3CD4}"/>
              </a:ext>
            </a:extLst>
          </p:cNvPr>
          <p:cNvSpPr/>
          <p:nvPr/>
        </p:nvSpPr>
        <p:spPr>
          <a:xfrm rot="1365287">
            <a:off x="5000217" y="5330240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2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4FFB9DE-7313-CEE0-95EE-9D4B5F5F8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6" name="Seta: para Cima 5">
            <a:extLst>
              <a:ext uri="{FF2B5EF4-FFF2-40B4-BE49-F238E27FC236}">
                <a16:creationId xmlns:a16="http://schemas.microsoft.com/office/drawing/2014/main" id="{F1569ED6-526B-01A5-2930-55D1427EF35C}"/>
              </a:ext>
            </a:extLst>
          </p:cNvPr>
          <p:cNvSpPr/>
          <p:nvPr/>
        </p:nvSpPr>
        <p:spPr>
          <a:xfrm rot="1365287">
            <a:off x="5187786" y="4943379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84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E791DF1-111D-B928-B190-8F75A519C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4" name="Seta: para Cima 3">
            <a:extLst>
              <a:ext uri="{FF2B5EF4-FFF2-40B4-BE49-F238E27FC236}">
                <a16:creationId xmlns:a16="http://schemas.microsoft.com/office/drawing/2014/main" id="{862E2AB5-35A2-844E-6D6C-992918A0421E}"/>
              </a:ext>
            </a:extLst>
          </p:cNvPr>
          <p:cNvSpPr/>
          <p:nvPr/>
        </p:nvSpPr>
        <p:spPr>
          <a:xfrm rot="18270987">
            <a:off x="984740" y="3983349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07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E791DF1-111D-B928-B190-8F75A519C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2" name="Seta: para Cima 1">
            <a:extLst>
              <a:ext uri="{FF2B5EF4-FFF2-40B4-BE49-F238E27FC236}">
                <a16:creationId xmlns:a16="http://schemas.microsoft.com/office/drawing/2014/main" id="{FD340B13-167C-6AC2-4BC9-BDFB144CC14B}"/>
              </a:ext>
            </a:extLst>
          </p:cNvPr>
          <p:cNvSpPr/>
          <p:nvPr/>
        </p:nvSpPr>
        <p:spPr>
          <a:xfrm>
            <a:off x="1582616" y="1563744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5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64AC705-7D1F-56A2-5E25-17EF6F1A1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4" name="Seta: para Cima 3">
            <a:extLst>
              <a:ext uri="{FF2B5EF4-FFF2-40B4-BE49-F238E27FC236}">
                <a16:creationId xmlns:a16="http://schemas.microsoft.com/office/drawing/2014/main" id="{4F7E5B36-892D-17DD-DC49-FE2E475B6C51}"/>
              </a:ext>
            </a:extLst>
          </p:cNvPr>
          <p:cNvSpPr/>
          <p:nvPr/>
        </p:nvSpPr>
        <p:spPr>
          <a:xfrm>
            <a:off x="8991601" y="2394438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21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703A864-AF16-82DB-7DDA-48C4732CF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4" name="Seta: para Cima 3">
            <a:extLst>
              <a:ext uri="{FF2B5EF4-FFF2-40B4-BE49-F238E27FC236}">
                <a16:creationId xmlns:a16="http://schemas.microsoft.com/office/drawing/2014/main" id="{E6939A9F-7705-2018-4CFC-D5FAF113B8BA}"/>
              </a:ext>
            </a:extLst>
          </p:cNvPr>
          <p:cNvSpPr/>
          <p:nvPr/>
        </p:nvSpPr>
        <p:spPr>
          <a:xfrm>
            <a:off x="3399694" y="3320561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01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0DD1A45-A05F-8643-C2E9-F736B8C7D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4" name="Seta: para Cima 3">
            <a:extLst>
              <a:ext uri="{FF2B5EF4-FFF2-40B4-BE49-F238E27FC236}">
                <a16:creationId xmlns:a16="http://schemas.microsoft.com/office/drawing/2014/main" id="{13CA2CC0-2D37-E5E0-06CE-EF331B94B80F}"/>
              </a:ext>
            </a:extLst>
          </p:cNvPr>
          <p:cNvSpPr/>
          <p:nvPr/>
        </p:nvSpPr>
        <p:spPr>
          <a:xfrm>
            <a:off x="3598986" y="3320561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12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9DC30BC-37D0-C807-FDDB-C25DC86DA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2" name="Seta: para Cima 1">
            <a:extLst>
              <a:ext uri="{FF2B5EF4-FFF2-40B4-BE49-F238E27FC236}">
                <a16:creationId xmlns:a16="http://schemas.microsoft.com/office/drawing/2014/main" id="{6DA58376-AAF3-5B8F-7BBE-451F1A2B19D8}"/>
              </a:ext>
            </a:extLst>
          </p:cNvPr>
          <p:cNvSpPr/>
          <p:nvPr/>
        </p:nvSpPr>
        <p:spPr>
          <a:xfrm rot="10800000">
            <a:off x="2465356" y="3741420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333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E619452-C9A7-C719-DD89-048FE8C64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6" name="Seta: para Cima 5">
            <a:extLst>
              <a:ext uri="{FF2B5EF4-FFF2-40B4-BE49-F238E27FC236}">
                <a16:creationId xmlns:a16="http://schemas.microsoft.com/office/drawing/2014/main" id="{DE5E9D69-AB78-1432-4FA1-935CA0A64486}"/>
              </a:ext>
            </a:extLst>
          </p:cNvPr>
          <p:cNvSpPr/>
          <p:nvPr/>
        </p:nvSpPr>
        <p:spPr>
          <a:xfrm rot="1040751">
            <a:off x="2310999" y="2575967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91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1FE2A2E-086F-F051-B4E0-8353A3716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4" name="Seta: para Cima 3">
            <a:extLst>
              <a:ext uri="{FF2B5EF4-FFF2-40B4-BE49-F238E27FC236}">
                <a16:creationId xmlns:a16="http://schemas.microsoft.com/office/drawing/2014/main" id="{F90838C6-79E8-AF1F-A8F2-B5D4DCFB09E3}"/>
              </a:ext>
            </a:extLst>
          </p:cNvPr>
          <p:cNvSpPr/>
          <p:nvPr/>
        </p:nvSpPr>
        <p:spPr>
          <a:xfrm rot="1040751">
            <a:off x="4983861" y="3314520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ta: para Cima 4">
            <a:extLst>
              <a:ext uri="{FF2B5EF4-FFF2-40B4-BE49-F238E27FC236}">
                <a16:creationId xmlns:a16="http://schemas.microsoft.com/office/drawing/2014/main" id="{BBB97A96-5CC4-FF64-6C09-A4F9467043A6}"/>
              </a:ext>
            </a:extLst>
          </p:cNvPr>
          <p:cNvSpPr/>
          <p:nvPr/>
        </p:nvSpPr>
        <p:spPr>
          <a:xfrm rot="6811017">
            <a:off x="8852477" y="4621440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77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95D5FAF-0C0E-DE05-51F2-D40E64CF5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7" name="Seta: para Cima 6">
            <a:extLst>
              <a:ext uri="{FF2B5EF4-FFF2-40B4-BE49-F238E27FC236}">
                <a16:creationId xmlns:a16="http://schemas.microsoft.com/office/drawing/2014/main" id="{62968CDC-90C4-61DC-29C7-1F6D48A0D7CB}"/>
              </a:ext>
            </a:extLst>
          </p:cNvPr>
          <p:cNvSpPr/>
          <p:nvPr/>
        </p:nvSpPr>
        <p:spPr>
          <a:xfrm rot="16764626">
            <a:off x="1548999" y="1556059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eta: para Cima 8">
            <a:extLst>
              <a:ext uri="{FF2B5EF4-FFF2-40B4-BE49-F238E27FC236}">
                <a16:creationId xmlns:a16="http://schemas.microsoft.com/office/drawing/2014/main" id="{F3CA646E-4225-7DE3-E109-B6995A27F570}"/>
              </a:ext>
            </a:extLst>
          </p:cNvPr>
          <p:cNvSpPr/>
          <p:nvPr/>
        </p:nvSpPr>
        <p:spPr>
          <a:xfrm rot="16200000">
            <a:off x="1056630" y="2915935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eta: para Cima 9">
            <a:extLst>
              <a:ext uri="{FF2B5EF4-FFF2-40B4-BE49-F238E27FC236}">
                <a16:creationId xmlns:a16="http://schemas.microsoft.com/office/drawing/2014/main" id="{356E2338-5A05-B23F-3E4B-93D3EF1D1A4D}"/>
              </a:ext>
            </a:extLst>
          </p:cNvPr>
          <p:cNvSpPr/>
          <p:nvPr/>
        </p:nvSpPr>
        <p:spPr>
          <a:xfrm rot="17639806">
            <a:off x="2823106" y="713224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eta: para Cima 10">
            <a:extLst>
              <a:ext uri="{FF2B5EF4-FFF2-40B4-BE49-F238E27FC236}">
                <a16:creationId xmlns:a16="http://schemas.microsoft.com/office/drawing/2014/main" id="{0496B0E7-47EE-3461-9377-F5D4D0B09157}"/>
              </a:ext>
            </a:extLst>
          </p:cNvPr>
          <p:cNvSpPr/>
          <p:nvPr/>
        </p:nvSpPr>
        <p:spPr>
          <a:xfrm rot="11437999">
            <a:off x="3908056" y="4081990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86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CEB7126-BCB6-AA62-651F-97E7A63C8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4" name="Seta: para Cima 3">
            <a:extLst>
              <a:ext uri="{FF2B5EF4-FFF2-40B4-BE49-F238E27FC236}">
                <a16:creationId xmlns:a16="http://schemas.microsoft.com/office/drawing/2014/main" id="{DC60D8B0-7705-13BD-BA64-F4D510EE1D1F}"/>
              </a:ext>
            </a:extLst>
          </p:cNvPr>
          <p:cNvSpPr/>
          <p:nvPr/>
        </p:nvSpPr>
        <p:spPr>
          <a:xfrm rot="16200000">
            <a:off x="7809122" y="1896027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ta: para Cima 4">
            <a:extLst>
              <a:ext uri="{FF2B5EF4-FFF2-40B4-BE49-F238E27FC236}">
                <a16:creationId xmlns:a16="http://schemas.microsoft.com/office/drawing/2014/main" id="{6A3E8537-76EE-4EE3-6D8B-8454AA65ED3E}"/>
              </a:ext>
            </a:extLst>
          </p:cNvPr>
          <p:cNvSpPr/>
          <p:nvPr/>
        </p:nvSpPr>
        <p:spPr>
          <a:xfrm rot="16200000">
            <a:off x="8395276" y="5014546"/>
            <a:ext cx="1617785" cy="2069123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1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23D5621-9123-E4EE-2DE9-AF9ED78D6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64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BA5ED52-9F4A-4DA4-A0B7-A13A92328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69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B2C7A04-4DE9-0836-E758-D186EE189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51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4B291C3-B808-C68D-1204-564CF64A9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532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496AD7B-5F7A-4D52-3DA5-A2A555748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397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861</Words>
  <Application>Microsoft Office PowerPoint</Application>
  <PresentationFormat>Widescreen</PresentationFormat>
  <Paragraphs>42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Luiz Fernando Brogliatto Ferreira</cp:lastModifiedBy>
  <cp:revision>6</cp:revision>
  <dcterms:created xsi:type="dcterms:W3CDTF">2013-01-27T09:14:16Z</dcterms:created>
  <dcterms:modified xsi:type="dcterms:W3CDTF">2026-10-23T11:46:22Z</dcterms:modified>
  <cp:category/>
</cp:coreProperties>
</file>