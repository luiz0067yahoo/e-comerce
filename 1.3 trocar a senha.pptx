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4"/>
  </p:notesMasterIdLst>
  <p:sldIdLst>
    <p:sldId id="322" r:id="rId2"/>
    <p:sldId id="323" r:id="rId3"/>
    <p:sldId id="324" r:id="rId4"/>
    <p:sldId id="325" r:id="rId5"/>
    <p:sldId id="326" r:id="rId6"/>
    <p:sldId id="327" r:id="rId7"/>
    <p:sldId id="320" r:id="rId8"/>
    <p:sldId id="321" r:id="rId9"/>
    <p:sldId id="328" r:id="rId10"/>
    <p:sldId id="329" r:id="rId11"/>
    <p:sldId id="330" r:id="rId12"/>
    <p:sldId id="33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77" d="100"/>
          <a:sy n="77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21/10/2026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EAEB7-D8DF-3126-DE57-8C01C6E0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D8B186B-0AC6-90C7-A5A8-0C26FF66C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5C6B460-3454-9512-449D-608A595C25F7}"/>
              </a:ext>
            </a:extLst>
          </p:cNvPr>
          <p:cNvSpPr/>
          <p:nvPr/>
        </p:nvSpPr>
        <p:spPr>
          <a:xfrm>
            <a:off x="0" y="3870960"/>
            <a:ext cx="12192000" cy="214884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200" b="1" dirty="0"/>
              <a:t>COMO TROCAR A SENHA?</a:t>
            </a:r>
          </a:p>
        </p:txBody>
      </p:sp>
    </p:spTree>
    <p:extLst>
      <p:ext uri="{BB962C8B-B14F-4D97-AF65-F5344CB8AC3E}">
        <p14:creationId xmlns:p14="http://schemas.microsoft.com/office/powerpoint/2010/main" val="359462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64E97-54AC-1848-2C3E-D8312584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1B702CD-D51F-555D-C423-4AB8C04055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C5DA2C-B7EB-D493-2E70-889CD5E26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636DAE94-20D7-6A57-A946-642E1695E57B}"/>
              </a:ext>
            </a:extLst>
          </p:cNvPr>
          <p:cNvSpPr/>
          <p:nvPr/>
        </p:nvSpPr>
        <p:spPr>
          <a:xfrm>
            <a:off x="2194560" y="20878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59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E139-E511-3B14-BCB2-62F83911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93B182A-064E-8816-8F2A-942E902ED1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E167ED0-1C3A-AD4F-E3D1-C79F2A680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931BE06-B7C1-9095-1567-2926C2136CEF}"/>
              </a:ext>
            </a:extLst>
          </p:cNvPr>
          <p:cNvSpPr/>
          <p:nvPr/>
        </p:nvSpPr>
        <p:spPr>
          <a:xfrm rot="10800000">
            <a:off x="2362200" y="8534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89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33480-1231-29A1-71A3-E8FB08547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8B532D2-DFA2-371F-CE01-0C4E3D5112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1B76B7-C4CA-C943-D6FC-0E9D4A43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CBC3D60E-5DE9-CC9A-0D3F-B2CFFDFB0C47}"/>
              </a:ext>
            </a:extLst>
          </p:cNvPr>
          <p:cNvSpPr/>
          <p:nvPr/>
        </p:nvSpPr>
        <p:spPr>
          <a:xfrm rot="7200000">
            <a:off x="3840479" y="-27432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188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6DEC-F69F-8EC4-1888-73D738A6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10EAACC-29B7-7E1A-0D42-84A595C452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AD038BB-E0EA-54A6-5227-E61D54BA2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8A57062A-E26F-4577-4BBB-C6A29EBD879E}"/>
              </a:ext>
            </a:extLst>
          </p:cNvPr>
          <p:cNvSpPr/>
          <p:nvPr/>
        </p:nvSpPr>
        <p:spPr>
          <a:xfrm>
            <a:off x="3322320" y="6400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1715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F28E-A611-B406-8A4C-1179FDD54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E72E487-9515-C4D5-9797-ED7CB5DFF7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0F9021-CFE3-55D3-DA0F-EC13304C7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6C660C2-78F9-4D36-FD86-ECFB017936DD}"/>
              </a:ext>
            </a:extLst>
          </p:cNvPr>
          <p:cNvSpPr/>
          <p:nvPr/>
        </p:nvSpPr>
        <p:spPr>
          <a:xfrm rot="10800000">
            <a:off x="6096000" y="26212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813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027D-0914-CAA7-CAC8-3463B5BC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7F7F65F-B93A-19B0-C33E-8FD020CC75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407A6B-9E34-C6C0-18B0-6CDBD59B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1" name="Seta: para Baixo 10">
            <a:extLst>
              <a:ext uri="{FF2B5EF4-FFF2-40B4-BE49-F238E27FC236}">
                <a16:creationId xmlns:a16="http://schemas.microsoft.com/office/drawing/2014/main" id="{3B89C686-F3E6-21D4-C835-86279AAC31B3}"/>
              </a:ext>
            </a:extLst>
          </p:cNvPr>
          <p:cNvSpPr/>
          <p:nvPr/>
        </p:nvSpPr>
        <p:spPr>
          <a:xfrm rot="3195776">
            <a:off x="6685871" y="152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011634AA-40B4-5129-3021-0176B8AB631E}"/>
              </a:ext>
            </a:extLst>
          </p:cNvPr>
          <p:cNvSpPr/>
          <p:nvPr/>
        </p:nvSpPr>
        <p:spPr>
          <a:xfrm rot="17449516">
            <a:off x="722765" y="122479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258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D9C3-3343-E5EB-CF57-F231BB17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CEE7C22-4503-E6F4-4896-62339E7AF0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A1C6FF-7F4D-9838-6A45-DB918E40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2D15E0D9-1A6C-8FF9-D2AB-886CAFD9CD7D}"/>
              </a:ext>
            </a:extLst>
          </p:cNvPr>
          <p:cNvSpPr/>
          <p:nvPr/>
        </p:nvSpPr>
        <p:spPr>
          <a:xfrm rot="17449516">
            <a:off x="1052696" y="5913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6AC28E44-0CB9-A1BC-A7C9-035D577F296F}"/>
              </a:ext>
            </a:extLst>
          </p:cNvPr>
          <p:cNvSpPr/>
          <p:nvPr/>
        </p:nvSpPr>
        <p:spPr>
          <a:xfrm rot="3824264">
            <a:off x="7148494" y="10104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166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619F-5180-14BA-1A42-104ABC62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7B48B03-35B3-3BB1-28B7-C929E6F50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D8B7EF-30FE-B5DA-7C4F-502EF7D91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04DAAA99-FC78-A9E1-1553-8DD822E1C765}"/>
              </a:ext>
            </a:extLst>
          </p:cNvPr>
          <p:cNvSpPr/>
          <p:nvPr/>
        </p:nvSpPr>
        <p:spPr>
          <a:xfrm rot="17449516">
            <a:off x="1052696" y="5913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8080DAFF-2A13-3275-484D-B581DD047AAA}"/>
              </a:ext>
            </a:extLst>
          </p:cNvPr>
          <p:cNvSpPr/>
          <p:nvPr/>
        </p:nvSpPr>
        <p:spPr>
          <a:xfrm rot="3824264">
            <a:off x="7148494" y="101048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288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3D23-9222-5AE1-AB81-F9BC96DD7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72DB765-D1D9-C11B-0CAD-8BEA28E0B0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6AE205-4D16-D3FE-54A2-5CBD328D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F0D7FD4-ED9A-B379-75FD-8A5F289A8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33" y="1409700"/>
            <a:ext cx="5655734" cy="3581400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166C8739-B944-3FCD-404F-A0DBD118EF1A}"/>
              </a:ext>
            </a:extLst>
          </p:cNvPr>
          <p:cNvSpPr/>
          <p:nvPr/>
        </p:nvSpPr>
        <p:spPr>
          <a:xfrm rot="17449516">
            <a:off x="3280942" y="29634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6FC9E5-9CAA-8E5B-5653-C1B4C4394D4A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675E6B4-68AF-04FF-A9E7-3EE573BD7990}"/>
              </a:ext>
            </a:extLst>
          </p:cNvPr>
          <p:cNvSpPr/>
          <p:nvPr/>
        </p:nvSpPr>
        <p:spPr>
          <a:xfrm>
            <a:off x="7058327" y="25273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B899EA3-CDFC-F75D-4F42-CF57A0F1283B}"/>
              </a:ext>
            </a:extLst>
          </p:cNvPr>
          <p:cNvSpPr/>
          <p:nvPr/>
        </p:nvSpPr>
        <p:spPr>
          <a:xfrm>
            <a:off x="8638118" y="18669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A7565D70-0072-9B4A-8511-BF8B98326006}"/>
              </a:ext>
            </a:extLst>
          </p:cNvPr>
          <p:cNvSpPr/>
          <p:nvPr/>
        </p:nvSpPr>
        <p:spPr>
          <a:xfrm rot="3824264">
            <a:off x="8717280" y="-106823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C44869E-D36E-D559-54C3-ED6431CFB851}"/>
              </a:ext>
            </a:extLst>
          </p:cNvPr>
          <p:cNvSpPr/>
          <p:nvPr/>
        </p:nvSpPr>
        <p:spPr>
          <a:xfrm>
            <a:off x="8561918" y="1695449"/>
            <a:ext cx="106100" cy="1079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46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15DF-55E9-FFF4-7038-EFE173BD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3ECB127-C252-A695-B72E-ADE79F6D66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9A9984-4387-61C7-92BC-84A3C523B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DDA6D208-1DE2-A7CF-EAB9-DA2758F2F4F2}"/>
              </a:ext>
            </a:extLst>
          </p:cNvPr>
          <p:cNvSpPr/>
          <p:nvPr/>
        </p:nvSpPr>
        <p:spPr>
          <a:xfrm rot="17449516">
            <a:off x="-516091" y="-59265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4BFD73-0F82-5C1C-31DF-127452FF77F1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A9A9C2F-E5A5-4077-2124-ED277FEEA464}"/>
              </a:ext>
            </a:extLst>
          </p:cNvPr>
          <p:cNvSpPr/>
          <p:nvPr/>
        </p:nvSpPr>
        <p:spPr>
          <a:xfrm>
            <a:off x="7058327" y="25273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AFC62A5-7ED5-C383-5865-085BE8FBBDDA}"/>
              </a:ext>
            </a:extLst>
          </p:cNvPr>
          <p:cNvSpPr/>
          <p:nvPr/>
        </p:nvSpPr>
        <p:spPr>
          <a:xfrm>
            <a:off x="8638118" y="18669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A62FAADB-9270-6082-26FE-0908921D5560}"/>
              </a:ext>
            </a:extLst>
          </p:cNvPr>
          <p:cNvSpPr/>
          <p:nvPr/>
        </p:nvSpPr>
        <p:spPr>
          <a:xfrm rot="3824264">
            <a:off x="7066280" y="3200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F10C939-7376-1E2C-3A0F-059380F809B2}"/>
              </a:ext>
            </a:extLst>
          </p:cNvPr>
          <p:cNvSpPr/>
          <p:nvPr/>
        </p:nvSpPr>
        <p:spPr>
          <a:xfrm>
            <a:off x="8561918" y="1695449"/>
            <a:ext cx="106100" cy="1079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103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8B6F-739B-0CAF-0ED7-26BED8FE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860B1D8-5F3F-1E8F-9747-D13D124C34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486DB6-6A82-DEC8-403C-C554455AB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C22A8336-8783-4AB7-4836-5F80C0D486A3}"/>
              </a:ext>
            </a:extLst>
          </p:cNvPr>
          <p:cNvSpPr/>
          <p:nvPr/>
        </p:nvSpPr>
        <p:spPr>
          <a:xfrm rot="17449516">
            <a:off x="-516091" y="-59265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524FC73-5E21-9E87-CFB0-B6C50CB9F0D9}"/>
              </a:ext>
            </a:extLst>
          </p:cNvPr>
          <p:cNvSpPr/>
          <p:nvPr/>
        </p:nvSpPr>
        <p:spPr>
          <a:xfrm>
            <a:off x="7397750" y="2438400"/>
            <a:ext cx="647700" cy="247650"/>
          </a:xfrm>
          <a:prstGeom prst="rect">
            <a:avLst/>
          </a:prstGeom>
          <a:solidFill>
            <a:srgbClr val="E6EC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42EC18-E32D-7C6D-2BEA-7684B1A4FD4C}"/>
              </a:ext>
            </a:extLst>
          </p:cNvPr>
          <p:cNvSpPr/>
          <p:nvPr/>
        </p:nvSpPr>
        <p:spPr>
          <a:xfrm>
            <a:off x="8638118" y="1866900"/>
            <a:ext cx="234950" cy="247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Baixo 15">
            <a:extLst>
              <a:ext uri="{FF2B5EF4-FFF2-40B4-BE49-F238E27FC236}">
                <a16:creationId xmlns:a16="http://schemas.microsoft.com/office/drawing/2014/main" id="{901E5F73-4EDD-477F-93C3-5383A065B0B9}"/>
              </a:ext>
            </a:extLst>
          </p:cNvPr>
          <p:cNvSpPr/>
          <p:nvPr/>
        </p:nvSpPr>
        <p:spPr>
          <a:xfrm rot="3824264">
            <a:off x="7066280" y="3200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18328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533</TotalTime>
  <Words>5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24</cp:revision>
  <dcterms:created xsi:type="dcterms:W3CDTF">2026-10-21T13:01:14Z</dcterms:created>
  <dcterms:modified xsi:type="dcterms:W3CDTF">2026-10-22T01:44:34Z</dcterms:modified>
</cp:coreProperties>
</file>