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notesMasterIdLst>
    <p:notesMasterId r:id="rId14"/>
  </p:notesMasterIdLst>
  <p:sldIdLst>
    <p:sldId id="322" r:id="rId2"/>
    <p:sldId id="323" r:id="rId3"/>
    <p:sldId id="324" r:id="rId4"/>
    <p:sldId id="325" r:id="rId5"/>
    <p:sldId id="326" r:id="rId6"/>
    <p:sldId id="327" r:id="rId7"/>
    <p:sldId id="320" r:id="rId8"/>
    <p:sldId id="321" r:id="rId9"/>
    <p:sldId id="329" r:id="rId10"/>
    <p:sldId id="328" r:id="rId11"/>
    <p:sldId id="330" r:id="rId12"/>
    <p:sldId id="331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578ED"/>
    <a:srgbClr val="E6ECF6"/>
    <a:srgbClr val="FFCB01"/>
    <a:srgbClr val="FD3833"/>
    <a:srgbClr val="97928C"/>
    <a:srgbClr val="FE6921"/>
    <a:srgbClr val="98938D"/>
    <a:srgbClr val="0F57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2" autoAdjust="0"/>
    <p:restoredTop sz="89783" autoAdjust="0"/>
  </p:normalViewPr>
  <p:slideViewPr>
    <p:cSldViewPr snapToGrid="0">
      <p:cViewPr varScale="1">
        <p:scale>
          <a:sx n="61" d="100"/>
          <a:sy n="61" d="100"/>
        </p:scale>
        <p:origin x="8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DEAA32-54E9-4F84-AE68-4BE2D2DF4A8D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D00C56-C94C-4534-9FE0-BCB560865C1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897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938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6594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0808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431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8673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1965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395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228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0791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4411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97529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005294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9612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63684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9598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51891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601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2C433D37-B44C-430C-A435-8C56DC1D9FAF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6554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EAEB7-D8DF-3126-DE57-8C01C6E09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D8B186B-0AC6-90C7-A5A8-0C26FF66CE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909"/>
            <a:ext cx="12192000" cy="665018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E5C6B460-3454-9512-449D-608A595C25F7}"/>
              </a:ext>
            </a:extLst>
          </p:cNvPr>
          <p:cNvSpPr/>
          <p:nvPr/>
        </p:nvSpPr>
        <p:spPr>
          <a:xfrm>
            <a:off x="0" y="3870960"/>
            <a:ext cx="12192000" cy="2148840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200" b="1" dirty="0"/>
              <a:t>COMO TROCAR A SENHA?</a:t>
            </a:r>
          </a:p>
        </p:txBody>
      </p:sp>
    </p:spTree>
    <p:extLst>
      <p:ext uri="{BB962C8B-B14F-4D97-AF65-F5344CB8AC3E}">
        <p14:creationId xmlns:p14="http://schemas.microsoft.com/office/powerpoint/2010/main" val="35946275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64E97-54AC-1848-2C3E-D83125843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1B702CD-D51F-555D-C423-4AB8C04055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9C5DA2C-B7EB-D493-2E70-889CD5E26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0"/>
            <a:ext cx="11430000" cy="6858000"/>
          </a:xfrm>
          <a:prstGeom prst="rect">
            <a:avLst/>
          </a:prstGeom>
        </p:spPr>
      </p:pic>
      <p:sp>
        <p:nvSpPr>
          <p:cNvPr id="6" name="Seta: para Baixo 5">
            <a:extLst>
              <a:ext uri="{FF2B5EF4-FFF2-40B4-BE49-F238E27FC236}">
                <a16:creationId xmlns:a16="http://schemas.microsoft.com/office/drawing/2014/main" id="{636DAE94-20D7-6A57-A946-642E1695E57B}"/>
              </a:ext>
            </a:extLst>
          </p:cNvPr>
          <p:cNvSpPr/>
          <p:nvPr/>
        </p:nvSpPr>
        <p:spPr>
          <a:xfrm>
            <a:off x="2194560" y="20878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7598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2E139-E511-3B14-BCB2-62F83911A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693B182A-064E-8816-8F2A-942E902ED1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E167ED0-1C3A-AD4F-E3D1-C79F2A680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0"/>
            <a:ext cx="11430000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4931BE06-B7C1-9095-1567-2926C2136CEF}"/>
              </a:ext>
            </a:extLst>
          </p:cNvPr>
          <p:cNvSpPr/>
          <p:nvPr/>
        </p:nvSpPr>
        <p:spPr>
          <a:xfrm rot="10800000">
            <a:off x="2362200" y="85344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895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33480-1231-29A1-71A3-E8FB08547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98B532D2-DFA2-371F-CE01-0C4E3D51127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C1B76B7-C4CA-C943-D6FC-0E9D4A43D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0"/>
            <a:ext cx="11430000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CBC3D60E-5DE9-CC9A-0D3F-B2CFFDFB0C47}"/>
              </a:ext>
            </a:extLst>
          </p:cNvPr>
          <p:cNvSpPr/>
          <p:nvPr/>
        </p:nvSpPr>
        <p:spPr>
          <a:xfrm rot="7200000">
            <a:off x="3840479" y="-274321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18829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F6DEC-F69F-8EC4-1888-73D738A6A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910EAACC-29B7-7E1A-0D42-84A595C4529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AD038BB-E0EA-54A6-5227-E61D54BA2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8A57062A-E26F-4577-4BBB-C6A29EBD879E}"/>
              </a:ext>
            </a:extLst>
          </p:cNvPr>
          <p:cNvSpPr/>
          <p:nvPr/>
        </p:nvSpPr>
        <p:spPr>
          <a:xfrm>
            <a:off x="3322320" y="6400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17152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AF28E-A611-B406-8A4C-1179FDD54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EE72E487-9515-C4D5-9797-ED7CB5DFF7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A0F9021-CFE3-55D3-DA0F-EC13304C7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A6C660C2-78F9-4D36-FD86-ECFB017936DD}"/>
              </a:ext>
            </a:extLst>
          </p:cNvPr>
          <p:cNvSpPr/>
          <p:nvPr/>
        </p:nvSpPr>
        <p:spPr>
          <a:xfrm rot="10800000">
            <a:off x="6096000" y="26212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8813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3027D-0914-CAA7-CAC8-3463B5BC5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77F7F65F-B93A-19B0-C33E-8FD020CC759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3407A6B-9E34-C6C0-18B0-6CDBD59B76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  <p:sp>
        <p:nvSpPr>
          <p:cNvPr id="11" name="Seta: para Baixo 10">
            <a:extLst>
              <a:ext uri="{FF2B5EF4-FFF2-40B4-BE49-F238E27FC236}">
                <a16:creationId xmlns:a16="http://schemas.microsoft.com/office/drawing/2014/main" id="{3B89C686-F3E6-21D4-C835-86279AAC31B3}"/>
              </a:ext>
            </a:extLst>
          </p:cNvPr>
          <p:cNvSpPr/>
          <p:nvPr/>
        </p:nvSpPr>
        <p:spPr>
          <a:xfrm rot="3195776">
            <a:off x="6685871" y="1524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Seta: para Baixo 8">
            <a:extLst>
              <a:ext uri="{FF2B5EF4-FFF2-40B4-BE49-F238E27FC236}">
                <a16:creationId xmlns:a16="http://schemas.microsoft.com/office/drawing/2014/main" id="{011634AA-40B4-5129-3021-0176B8AB631E}"/>
              </a:ext>
            </a:extLst>
          </p:cNvPr>
          <p:cNvSpPr/>
          <p:nvPr/>
        </p:nvSpPr>
        <p:spPr>
          <a:xfrm rot="17449516">
            <a:off x="722765" y="1224797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7258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D9C3-3343-E5EB-CF57-F231BB174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9CEE7C22-4503-E6F4-4896-62339E7AF0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3A1C6FF-7F4D-9838-6A45-DB918E404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  <p:sp>
        <p:nvSpPr>
          <p:cNvPr id="9" name="Seta: para Baixo 8">
            <a:extLst>
              <a:ext uri="{FF2B5EF4-FFF2-40B4-BE49-F238E27FC236}">
                <a16:creationId xmlns:a16="http://schemas.microsoft.com/office/drawing/2014/main" id="{2D15E0D9-1A6C-8FF9-D2AB-886CAFD9CD7D}"/>
              </a:ext>
            </a:extLst>
          </p:cNvPr>
          <p:cNvSpPr/>
          <p:nvPr/>
        </p:nvSpPr>
        <p:spPr>
          <a:xfrm rot="17449516">
            <a:off x="1052696" y="591384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Seta: para Baixo 7">
            <a:extLst>
              <a:ext uri="{FF2B5EF4-FFF2-40B4-BE49-F238E27FC236}">
                <a16:creationId xmlns:a16="http://schemas.microsoft.com/office/drawing/2014/main" id="{6AC28E44-0CB9-A1BC-A7C9-035D577F296F}"/>
              </a:ext>
            </a:extLst>
          </p:cNvPr>
          <p:cNvSpPr/>
          <p:nvPr/>
        </p:nvSpPr>
        <p:spPr>
          <a:xfrm rot="3824264">
            <a:off x="7148494" y="1010484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166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63D23-9222-5AE1-AB81-F9BC96DD7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D72DB765-D1D9-C11B-0CAD-8BEA28E0B0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76AE205-4D16-D3FE-54A2-5CBD328D6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EF0D7FD4-ED9A-B379-75FD-8A5F289A8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333" y="1409700"/>
            <a:ext cx="5655734" cy="3581400"/>
          </a:xfrm>
          <a:prstGeom prst="rect">
            <a:avLst/>
          </a:prstGeom>
        </p:spPr>
      </p:pic>
      <p:sp>
        <p:nvSpPr>
          <p:cNvPr id="10" name="Seta: para Baixo 9">
            <a:extLst>
              <a:ext uri="{FF2B5EF4-FFF2-40B4-BE49-F238E27FC236}">
                <a16:creationId xmlns:a16="http://schemas.microsoft.com/office/drawing/2014/main" id="{166C8739-B944-3FCD-404F-A0DBD118EF1A}"/>
              </a:ext>
            </a:extLst>
          </p:cNvPr>
          <p:cNvSpPr/>
          <p:nvPr/>
        </p:nvSpPr>
        <p:spPr>
          <a:xfrm rot="17449516">
            <a:off x="3280942" y="296345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E16FC9E5-9CAA-8E5B-5653-C1B4C4394D4A}"/>
              </a:ext>
            </a:extLst>
          </p:cNvPr>
          <p:cNvSpPr/>
          <p:nvPr/>
        </p:nvSpPr>
        <p:spPr>
          <a:xfrm>
            <a:off x="7397750" y="2438400"/>
            <a:ext cx="647700" cy="247650"/>
          </a:xfrm>
          <a:prstGeom prst="rect">
            <a:avLst/>
          </a:prstGeom>
          <a:solidFill>
            <a:srgbClr val="E6EC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9675E6B4-68AF-04FF-A9E7-3EE573BD7990}"/>
              </a:ext>
            </a:extLst>
          </p:cNvPr>
          <p:cNvSpPr/>
          <p:nvPr/>
        </p:nvSpPr>
        <p:spPr>
          <a:xfrm>
            <a:off x="7058327" y="2527300"/>
            <a:ext cx="234950" cy="2476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1B899EA3-CDFC-F75D-4F42-CF57A0F1283B}"/>
              </a:ext>
            </a:extLst>
          </p:cNvPr>
          <p:cNvSpPr/>
          <p:nvPr/>
        </p:nvSpPr>
        <p:spPr>
          <a:xfrm>
            <a:off x="8638118" y="1866900"/>
            <a:ext cx="234950" cy="2476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Seta: para Baixo 15">
            <a:extLst>
              <a:ext uri="{FF2B5EF4-FFF2-40B4-BE49-F238E27FC236}">
                <a16:creationId xmlns:a16="http://schemas.microsoft.com/office/drawing/2014/main" id="{A7565D70-0072-9B4A-8511-BF8B98326006}"/>
              </a:ext>
            </a:extLst>
          </p:cNvPr>
          <p:cNvSpPr/>
          <p:nvPr/>
        </p:nvSpPr>
        <p:spPr>
          <a:xfrm rot="3824264">
            <a:off x="8717280" y="-106823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8C44869E-D36E-D559-54C3-ED6431CFB851}"/>
              </a:ext>
            </a:extLst>
          </p:cNvPr>
          <p:cNvSpPr/>
          <p:nvPr/>
        </p:nvSpPr>
        <p:spPr>
          <a:xfrm>
            <a:off x="8561918" y="1695449"/>
            <a:ext cx="106100" cy="1079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4656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5619F-5180-14BA-1A42-104ABC628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87B48B03-35B3-3BB1-28B7-C929E6F500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FD8B7EF-30FE-B5DA-7C4F-502EF7D91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  <p:sp>
        <p:nvSpPr>
          <p:cNvPr id="9" name="Seta: para Baixo 8">
            <a:extLst>
              <a:ext uri="{FF2B5EF4-FFF2-40B4-BE49-F238E27FC236}">
                <a16:creationId xmlns:a16="http://schemas.microsoft.com/office/drawing/2014/main" id="{04DAAA99-FC78-A9E1-1553-8DD822E1C765}"/>
              </a:ext>
            </a:extLst>
          </p:cNvPr>
          <p:cNvSpPr/>
          <p:nvPr/>
        </p:nvSpPr>
        <p:spPr>
          <a:xfrm rot="17449516">
            <a:off x="1052696" y="591384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Seta: para Baixo 7">
            <a:extLst>
              <a:ext uri="{FF2B5EF4-FFF2-40B4-BE49-F238E27FC236}">
                <a16:creationId xmlns:a16="http://schemas.microsoft.com/office/drawing/2014/main" id="{8080DAFF-2A13-3275-484D-B581DD047AAA}"/>
              </a:ext>
            </a:extLst>
          </p:cNvPr>
          <p:cNvSpPr/>
          <p:nvPr/>
        </p:nvSpPr>
        <p:spPr>
          <a:xfrm rot="3824264">
            <a:off x="7148494" y="1010484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2888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215DF-55E9-FFF4-7038-EFE173BD9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53ECB127-C252-A695-B72E-ADE79F6D66F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59A9984-4387-61C7-92BC-84A3C523B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  <p:sp>
        <p:nvSpPr>
          <p:cNvPr id="10" name="Seta: para Baixo 9">
            <a:extLst>
              <a:ext uri="{FF2B5EF4-FFF2-40B4-BE49-F238E27FC236}">
                <a16:creationId xmlns:a16="http://schemas.microsoft.com/office/drawing/2014/main" id="{DDA6D208-1DE2-A7CF-EAB9-DA2758F2F4F2}"/>
              </a:ext>
            </a:extLst>
          </p:cNvPr>
          <p:cNvSpPr/>
          <p:nvPr/>
        </p:nvSpPr>
        <p:spPr>
          <a:xfrm rot="17449516">
            <a:off x="-516091" y="-592655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C94BFD73-0F82-5C1C-31DF-127452FF77F1}"/>
              </a:ext>
            </a:extLst>
          </p:cNvPr>
          <p:cNvSpPr/>
          <p:nvPr/>
        </p:nvSpPr>
        <p:spPr>
          <a:xfrm>
            <a:off x="7397750" y="2438400"/>
            <a:ext cx="647700" cy="247650"/>
          </a:xfrm>
          <a:prstGeom prst="rect">
            <a:avLst/>
          </a:prstGeom>
          <a:solidFill>
            <a:srgbClr val="E6EC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9A9A9C2F-E5A5-4077-2124-ED277FEEA464}"/>
              </a:ext>
            </a:extLst>
          </p:cNvPr>
          <p:cNvSpPr/>
          <p:nvPr/>
        </p:nvSpPr>
        <p:spPr>
          <a:xfrm>
            <a:off x="7058327" y="2527300"/>
            <a:ext cx="234950" cy="2476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5AFC62A5-7ED5-C383-5865-085BE8FBBDDA}"/>
              </a:ext>
            </a:extLst>
          </p:cNvPr>
          <p:cNvSpPr/>
          <p:nvPr/>
        </p:nvSpPr>
        <p:spPr>
          <a:xfrm>
            <a:off x="8638118" y="1866900"/>
            <a:ext cx="234950" cy="2476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Seta: para Baixo 15">
            <a:extLst>
              <a:ext uri="{FF2B5EF4-FFF2-40B4-BE49-F238E27FC236}">
                <a16:creationId xmlns:a16="http://schemas.microsoft.com/office/drawing/2014/main" id="{A62FAADB-9270-6082-26FE-0908921D5560}"/>
              </a:ext>
            </a:extLst>
          </p:cNvPr>
          <p:cNvSpPr/>
          <p:nvPr/>
        </p:nvSpPr>
        <p:spPr>
          <a:xfrm rot="3824264">
            <a:off x="7066280" y="32004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0F10C939-7376-1E2C-3A0F-059380F809B2}"/>
              </a:ext>
            </a:extLst>
          </p:cNvPr>
          <p:cNvSpPr/>
          <p:nvPr/>
        </p:nvSpPr>
        <p:spPr>
          <a:xfrm>
            <a:off x="8561918" y="1695449"/>
            <a:ext cx="106100" cy="1079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10368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48B6F-739B-0CAF-0ED7-26BED8FE4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860B1D8-5F3F-1E8F-9747-D13D124C34E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6486DB6-6A82-DEC8-403C-C554455AB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  <p:sp>
        <p:nvSpPr>
          <p:cNvPr id="10" name="Seta: para Baixo 9">
            <a:extLst>
              <a:ext uri="{FF2B5EF4-FFF2-40B4-BE49-F238E27FC236}">
                <a16:creationId xmlns:a16="http://schemas.microsoft.com/office/drawing/2014/main" id="{C22A8336-8783-4AB7-4836-5F80C0D486A3}"/>
              </a:ext>
            </a:extLst>
          </p:cNvPr>
          <p:cNvSpPr/>
          <p:nvPr/>
        </p:nvSpPr>
        <p:spPr>
          <a:xfrm rot="17449516">
            <a:off x="-516091" y="-592655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524FC73-5E21-9E87-CFB0-B6C50CB9F0D9}"/>
              </a:ext>
            </a:extLst>
          </p:cNvPr>
          <p:cNvSpPr/>
          <p:nvPr/>
        </p:nvSpPr>
        <p:spPr>
          <a:xfrm>
            <a:off x="7397750" y="2438400"/>
            <a:ext cx="647700" cy="247650"/>
          </a:xfrm>
          <a:prstGeom prst="rect">
            <a:avLst/>
          </a:prstGeom>
          <a:solidFill>
            <a:srgbClr val="E6EC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5142EC18-E32D-7C6D-2BEA-7684B1A4FD4C}"/>
              </a:ext>
            </a:extLst>
          </p:cNvPr>
          <p:cNvSpPr/>
          <p:nvPr/>
        </p:nvSpPr>
        <p:spPr>
          <a:xfrm>
            <a:off x="8638118" y="1866900"/>
            <a:ext cx="234950" cy="2476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Seta: para Baixo 15">
            <a:extLst>
              <a:ext uri="{FF2B5EF4-FFF2-40B4-BE49-F238E27FC236}">
                <a16:creationId xmlns:a16="http://schemas.microsoft.com/office/drawing/2014/main" id="{901E5F73-4EDD-477F-93C3-5383A065B0B9}"/>
              </a:ext>
            </a:extLst>
          </p:cNvPr>
          <p:cNvSpPr/>
          <p:nvPr/>
        </p:nvSpPr>
        <p:spPr>
          <a:xfrm rot="3824264">
            <a:off x="7066280" y="32004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618328"/>
      </p:ext>
    </p:extLst>
  </p:cSld>
  <p:clrMapOvr>
    <a:masterClrMapping/>
  </p:clrMapOvr>
</p:sld>
</file>

<file path=ppt/theme/theme1.xml><?xml version="1.0" encoding="utf-8"?>
<a:theme xmlns:a="http://schemas.openxmlformats.org/drawingml/2006/main" name="Fatia">
  <a:themeElements>
    <a:clrScheme name="Fatia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Fatia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atia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535</TotalTime>
  <Words>5</Words>
  <Application>Microsoft Office PowerPoint</Application>
  <PresentationFormat>Widescreen</PresentationFormat>
  <Paragraphs>1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Aptos</vt:lpstr>
      <vt:lpstr>Century Gothic</vt:lpstr>
      <vt:lpstr>Wingdings 3</vt:lpstr>
      <vt:lpstr>Fatia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Luiz Fernando Brogliatto Ferreira</dc:creator>
  <cp:lastModifiedBy>Luiz Fernando Brogliatto Ferreira</cp:lastModifiedBy>
  <cp:revision>25</cp:revision>
  <dcterms:created xsi:type="dcterms:W3CDTF">2026-10-21T13:01:14Z</dcterms:created>
  <dcterms:modified xsi:type="dcterms:W3CDTF">2026-10-28T19:00:47Z</dcterms:modified>
</cp:coreProperties>
</file>