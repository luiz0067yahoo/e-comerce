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8" r:id="rId1"/>
  </p:sldMasterIdLst>
  <p:notesMasterIdLst>
    <p:notesMasterId r:id="rId20"/>
  </p:notesMasterIdLst>
  <p:sldIdLst>
    <p:sldId id="412" r:id="rId2"/>
    <p:sldId id="439" r:id="rId3"/>
    <p:sldId id="440" r:id="rId4"/>
    <p:sldId id="441" r:id="rId5"/>
    <p:sldId id="442" r:id="rId6"/>
    <p:sldId id="445" r:id="rId7"/>
    <p:sldId id="444" r:id="rId8"/>
    <p:sldId id="446" r:id="rId9"/>
    <p:sldId id="443" r:id="rId10"/>
    <p:sldId id="447" r:id="rId11"/>
    <p:sldId id="448" r:id="rId12"/>
    <p:sldId id="431" r:id="rId13"/>
    <p:sldId id="432" r:id="rId14"/>
    <p:sldId id="433" r:id="rId15"/>
    <p:sldId id="434" r:id="rId16"/>
    <p:sldId id="435" r:id="rId17"/>
    <p:sldId id="436" r:id="rId18"/>
    <p:sldId id="437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578ED"/>
    <a:srgbClr val="E6ECF6"/>
    <a:srgbClr val="FFCB01"/>
    <a:srgbClr val="FD3833"/>
    <a:srgbClr val="97928C"/>
    <a:srgbClr val="FE6921"/>
    <a:srgbClr val="98938D"/>
    <a:srgbClr val="0F57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2" autoAdjust="0"/>
    <p:restoredTop sz="89783" autoAdjust="0"/>
  </p:normalViewPr>
  <p:slideViewPr>
    <p:cSldViewPr snapToGrid="0">
      <p:cViewPr varScale="1">
        <p:scale>
          <a:sx n="77" d="100"/>
          <a:sy n="77" d="100"/>
        </p:scale>
        <p:origin x="10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DEAA32-54E9-4F84-AE68-4BE2D2DF4A8D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D00C56-C94C-4534-9FE0-BCB560865C1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897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D00C56-C94C-4534-9FE0-BCB560865C1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360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D00C56-C94C-4534-9FE0-BCB560865C1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725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D00C56-C94C-4534-9FE0-BCB560865C1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9317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D00C56-C94C-4534-9FE0-BCB560865C1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4064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D00C56-C94C-4534-9FE0-BCB560865C1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0082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D00C56-C94C-4534-9FE0-BCB560865C1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9845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D00C56-C94C-4534-9FE0-BCB560865C1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8583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D00C56-C94C-4534-9FE0-BCB560865C1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3282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D00C56-C94C-4534-9FE0-BCB560865C1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1758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D00C56-C94C-4534-9FE0-BCB560865C1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9110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D00C56-C94C-4534-9FE0-BCB560865C1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3300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D00C56-C94C-4534-9FE0-BCB560865C1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7391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D00C56-C94C-4534-9FE0-BCB560865C1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5378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D00C56-C94C-4534-9FE0-BCB560865C1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397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D00C56-C94C-4534-9FE0-BCB560865C1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1461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D00C56-C94C-4534-9FE0-BCB560865C1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7966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D00C56-C94C-4534-9FE0-BCB560865C1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3327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938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6594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0808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8431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8673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1965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0395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228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0791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4411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97529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005294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79612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636848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9598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51891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601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2C433D37-B44C-430C-A435-8C56DC1D9FAF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6554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  <p:sldLayoutId id="2147483734" r:id="rId16"/>
    <p:sldLayoutId id="214748373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A679804-5722-DB6C-F2F5-A628A9F6FBD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EDEBA39-0396-DEB9-BD48-B5DFD3021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700" y="0"/>
            <a:ext cx="10363200" cy="6858000"/>
          </a:xfrm>
          <a:prstGeom prst="rect">
            <a:avLst/>
          </a:prstGeom>
        </p:spPr>
      </p:pic>
      <p:sp>
        <p:nvSpPr>
          <p:cNvPr id="6" name="Seta: para Baixo 5">
            <a:extLst>
              <a:ext uri="{FF2B5EF4-FFF2-40B4-BE49-F238E27FC236}">
                <a16:creationId xmlns:a16="http://schemas.microsoft.com/office/drawing/2014/main" id="{59271B93-3916-FA3B-F118-90D200A42435}"/>
              </a:ext>
            </a:extLst>
          </p:cNvPr>
          <p:cNvSpPr/>
          <p:nvPr/>
        </p:nvSpPr>
        <p:spPr>
          <a:xfrm rot="7463860">
            <a:off x="4005579" y="863689"/>
            <a:ext cx="3901440" cy="34290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1524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A679804-5722-DB6C-F2F5-A628A9F6FBD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B0688B1-5153-9EB4-7355-5172D2D6D8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0"/>
            <a:ext cx="10185400" cy="6858000"/>
          </a:xfrm>
          <a:prstGeom prst="rect">
            <a:avLst/>
          </a:prstGeom>
        </p:spPr>
      </p:pic>
      <p:sp>
        <p:nvSpPr>
          <p:cNvPr id="6" name="Seta: para Baixo 5">
            <a:extLst>
              <a:ext uri="{FF2B5EF4-FFF2-40B4-BE49-F238E27FC236}">
                <a16:creationId xmlns:a16="http://schemas.microsoft.com/office/drawing/2014/main" id="{602119C3-95F4-3EE3-6D1E-B24BFE062183}"/>
              </a:ext>
            </a:extLst>
          </p:cNvPr>
          <p:cNvSpPr/>
          <p:nvPr/>
        </p:nvSpPr>
        <p:spPr>
          <a:xfrm rot="191180">
            <a:off x="1408002" y="1281151"/>
            <a:ext cx="3901440" cy="34290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2585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A679804-5722-DB6C-F2F5-A628A9F6FBD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88CF0B6-C157-4573-DF73-35AAA458C6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8100" y="0"/>
            <a:ext cx="9906000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3FCAAC0A-D03D-1E26-51EA-C490E95600F4}"/>
              </a:ext>
            </a:extLst>
          </p:cNvPr>
          <p:cNvSpPr/>
          <p:nvPr/>
        </p:nvSpPr>
        <p:spPr>
          <a:xfrm rot="7463860">
            <a:off x="7724556" y="1092289"/>
            <a:ext cx="3901440" cy="34290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7736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A679804-5722-DB6C-F2F5-A628A9F6FBD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BE2060CD-486F-AA6A-6E17-3F62B0621D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00" y="207537"/>
            <a:ext cx="10325100" cy="6442926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222FBB82-E813-672C-DFE2-2B267DCBD0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6278" y="813325"/>
            <a:ext cx="2368122" cy="1120249"/>
          </a:xfrm>
          <a:prstGeom prst="rect">
            <a:avLst/>
          </a:prstGeom>
        </p:spPr>
      </p:pic>
      <p:sp>
        <p:nvSpPr>
          <p:cNvPr id="12" name="Seta: para Baixo 11">
            <a:extLst>
              <a:ext uri="{FF2B5EF4-FFF2-40B4-BE49-F238E27FC236}">
                <a16:creationId xmlns:a16="http://schemas.microsoft.com/office/drawing/2014/main" id="{5F083DDD-5E22-3024-D25C-431C01B5197D}"/>
              </a:ext>
            </a:extLst>
          </p:cNvPr>
          <p:cNvSpPr/>
          <p:nvPr/>
        </p:nvSpPr>
        <p:spPr>
          <a:xfrm rot="10394118">
            <a:off x="8748603" y="1382582"/>
            <a:ext cx="3901440" cy="34290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27033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A679804-5722-DB6C-F2F5-A628A9F6FBD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2AFCDB57-133E-BC60-1320-361835CFFA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0913" y="0"/>
            <a:ext cx="659017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569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61F78A26-7C27-EB21-FF15-429E01A7EFC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578ED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0E39906-D1A5-9D47-829E-17954990DF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550" y="0"/>
            <a:ext cx="10668000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15EA61A6-D6A4-1B99-C5C1-CC0B0E043F12}"/>
              </a:ext>
            </a:extLst>
          </p:cNvPr>
          <p:cNvSpPr/>
          <p:nvPr/>
        </p:nvSpPr>
        <p:spPr>
          <a:xfrm rot="9000000">
            <a:off x="4945230" y="11046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66462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A679804-5722-DB6C-F2F5-A628A9F6FBD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D22EB65-6B9A-A200-6470-C53725A66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0"/>
            <a:ext cx="9944100" cy="6858000"/>
          </a:xfrm>
          <a:prstGeom prst="rect">
            <a:avLst/>
          </a:prstGeom>
        </p:spPr>
      </p:pic>
      <p:sp>
        <p:nvSpPr>
          <p:cNvPr id="6" name="Seta: para Baixo 5">
            <a:extLst>
              <a:ext uri="{FF2B5EF4-FFF2-40B4-BE49-F238E27FC236}">
                <a16:creationId xmlns:a16="http://schemas.microsoft.com/office/drawing/2014/main" id="{E00D6374-75D4-DD4A-3BF2-1762A87ABC90}"/>
              </a:ext>
            </a:extLst>
          </p:cNvPr>
          <p:cNvSpPr/>
          <p:nvPr/>
        </p:nvSpPr>
        <p:spPr>
          <a:xfrm rot="9000000">
            <a:off x="5072230" y="2868546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0822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A679804-5722-DB6C-F2F5-A628A9F6FBD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D22EB65-6B9A-A200-6470-C53725A66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0"/>
            <a:ext cx="9944100" cy="6858000"/>
          </a:xfrm>
          <a:prstGeom prst="rect">
            <a:avLst/>
          </a:prstGeom>
        </p:spPr>
      </p:pic>
      <p:sp>
        <p:nvSpPr>
          <p:cNvPr id="6" name="Seta: para Baixo 5">
            <a:extLst>
              <a:ext uri="{FF2B5EF4-FFF2-40B4-BE49-F238E27FC236}">
                <a16:creationId xmlns:a16="http://schemas.microsoft.com/office/drawing/2014/main" id="{E00D6374-75D4-DD4A-3BF2-1762A87ABC90}"/>
              </a:ext>
            </a:extLst>
          </p:cNvPr>
          <p:cNvSpPr/>
          <p:nvPr/>
        </p:nvSpPr>
        <p:spPr>
          <a:xfrm rot="9000000">
            <a:off x="3802230" y="3427345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36205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A679804-5722-DB6C-F2F5-A628A9F6FBD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0524008-9E2D-88FB-8C4D-CD1FDF13A8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9230"/>
            <a:ext cx="12192000" cy="645954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A8555F1C-D7E2-667B-FBD7-BB71D1FD30A2}"/>
              </a:ext>
            </a:extLst>
          </p:cNvPr>
          <p:cNvSpPr/>
          <p:nvPr/>
        </p:nvSpPr>
        <p:spPr>
          <a:xfrm rot="4805894">
            <a:off x="6774032" y="2553321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4358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A679804-5722-DB6C-F2F5-A628A9F6FBD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9332123-0098-27DB-61AC-9741742A9E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596" y="182880"/>
            <a:ext cx="9619104" cy="6492240"/>
          </a:xfrm>
          <a:prstGeom prst="rect">
            <a:avLst/>
          </a:prstGeom>
        </p:spPr>
      </p:pic>
      <p:sp>
        <p:nvSpPr>
          <p:cNvPr id="6" name="Seta: para Baixo 5">
            <a:extLst>
              <a:ext uri="{FF2B5EF4-FFF2-40B4-BE49-F238E27FC236}">
                <a16:creationId xmlns:a16="http://schemas.microsoft.com/office/drawing/2014/main" id="{E00D6374-75D4-DD4A-3BF2-1762A87ABC90}"/>
              </a:ext>
            </a:extLst>
          </p:cNvPr>
          <p:cNvSpPr/>
          <p:nvPr/>
        </p:nvSpPr>
        <p:spPr>
          <a:xfrm rot="4304039">
            <a:off x="7434431" y="2512944"/>
            <a:ext cx="3901440" cy="423672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21410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A679804-5722-DB6C-F2F5-A628A9F6FBD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1365B65-C687-2795-6FF4-64FE984A26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5600" y="182880"/>
            <a:ext cx="9080500" cy="6492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0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9672888-47E5-FF38-0FCB-3B55946539F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FC154FE-71B6-1823-D322-13CE6C5543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4416" y="1088136"/>
            <a:ext cx="8583168" cy="4681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9467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9672888-47E5-FF38-0FCB-3B55946539F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1B5E3AE-0263-A792-8CF0-95098FD98C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4416" y="1088136"/>
            <a:ext cx="8583168" cy="4681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222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9672888-47E5-FF38-0FCB-3B55946539F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3E9FC53E-F7FF-73AE-2EEE-9B64AD6ADD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4416" y="1088136"/>
            <a:ext cx="8583168" cy="4681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0724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9672888-47E5-FF38-0FCB-3B55946539F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E7D654A-F189-F2BC-F7C2-06B22900C4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4416" y="1088136"/>
            <a:ext cx="8583168" cy="4681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6226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9672888-47E5-FF38-0FCB-3B55946539F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09CAB04F-74AB-E4DE-053F-E15610C315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4416" y="1088136"/>
            <a:ext cx="8583168" cy="4681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2038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9672888-47E5-FF38-0FCB-3B55946539F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2B6B1E1-9844-8432-D259-685C9E1C27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4416" y="1088136"/>
            <a:ext cx="8583168" cy="4681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4295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9672888-47E5-FF38-0FCB-3B55946539F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BBD7ACF-9085-28B2-2B80-93201B89C4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4416" y="1088136"/>
            <a:ext cx="8583168" cy="4681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927069"/>
      </p:ext>
    </p:extLst>
  </p:cSld>
  <p:clrMapOvr>
    <a:masterClrMapping/>
  </p:clrMapOvr>
</p:sld>
</file>

<file path=ppt/theme/theme1.xml><?xml version="1.0" encoding="utf-8"?>
<a:theme xmlns:a="http://schemas.openxmlformats.org/drawingml/2006/main" name="Fatia">
  <a:themeElements>
    <a:clrScheme name="Fatia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Fatia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Fatia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534</TotalTime>
  <Words>17</Words>
  <Application>Microsoft Office PowerPoint</Application>
  <PresentationFormat>Widescreen</PresentationFormat>
  <Paragraphs>17</Paragraphs>
  <Slides>18</Slides>
  <Notes>17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2" baseType="lpstr">
      <vt:lpstr>Aptos</vt:lpstr>
      <vt:lpstr>Century Gothic</vt:lpstr>
      <vt:lpstr>Wingdings 3</vt:lpstr>
      <vt:lpstr>Fatia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Luiz Fernando Brogliatto Ferreira</dc:creator>
  <cp:lastModifiedBy>Luiz Fernando Brogliatto Ferreira</cp:lastModifiedBy>
  <cp:revision>24</cp:revision>
  <dcterms:created xsi:type="dcterms:W3CDTF">2026-10-21T13:01:14Z</dcterms:created>
  <dcterms:modified xsi:type="dcterms:W3CDTF">2026-10-22T01:41:25Z</dcterms:modified>
</cp:coreProperties>
</file>