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6"/>
  </p:notesMasterIdLst>
  <p:sldIdLst>
    <p:sldId id="412" r:id="rId2"/>
    <p:sldId id="439" r:id="rId3"/>
    <p:sldId id="440" r:id="rId4"/>
    <p:sldId id="441" r:id="rId5"/>
    <p:sldId id="442" r:id="rId6"/>
    <p:sldId id="445" r:id="rId7"/>
    <p:sldId id="444" r:id="rId8"/>
    <p:sldId id="446" r:id="rId9"/>
    <p:sldId id="443" r:id="rId10"/>
    <p:sldId id="447" r:id="rId11"/>
    <p:sldId id="448" r:id="rId12"/>
    <p:sldId id="450" r:id="rId13"/>
    <p:sldId id="451" r:id="rId14"/>
    <p:sldId id="452" r:id="rId15"/>
    <p:sldId id="453" r:id="rId16"/>
    <p:sldId id="454" r:id="rId17"/>
    <p:sldId id="455" r:id="rId18"/>
    <p:sldId id="449" r:id="rId19"/>
    <p:sldId id="456" r:id="rId20"/>
    <p:sldId id="458" r:id="rId21"/>
    <p:sldId id="457" r:id="rId22"/>
    <p:sldId id="459" r:id="rId23"/>
    <p:sldId id="460" r:id="rId24"/>
    <p:sldId id="461" r:id="rId25"/>
    <p:sldId id="462" r:id="rId26"/>
    <p:sldId id="463" r:id="rId27"/>
    <p:sldId id="464" r:id="rId28"/>
    <p:sldId id="431" r:id="rId29"/>
    <p:sldId id="432" r:id="rId30"/>
    <p:sldId id="433" r:id="rId31"/>
    <p:sldId id="434" r:id="rId32"/>
    <p:sldId id="435" r:id="rId33"/>
    <p:sldId id="436" r:id="rId34"/>
    <p:sldId id="43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2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31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0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08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8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58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28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75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11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24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8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24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28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86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47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82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17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10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04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28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02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62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8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30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39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37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97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461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96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32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DEBA39-0396-DEB9-BD48-B5DFD302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0"/>
            <a:ext cx="103632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59271B93-3916-FA3B-F118-90D200A42435}"/>
              </a:ext>
            </a:extLst>
          </p:cNvPr>
          <p:cNvSpPr/>
          <p:nvPr/>
        </p:nvSpPr>
        <p:spPr>
          <a:xfrm rot="7463860">
            <a:off x="4005579" y="863689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52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0688B1-5153-9EB4-7355-5172D2D6D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0"/>
            <a:ext cx="101854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02119C3-95F4-3EE3-6D1E-B24BFE062183}"/>
              </a:ext>
            </a:extLst>
          </p:cNvPr>
          <p:cNvSpPr/>
          <p:nvPr/>
        </p:nvSpPr>
        <p:spPr>
          <a:xfrm rot="191180">
            <a:off x="1408002" y="1281151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8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8CF0B6-C157-4573-DF73-35AAA458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0"/>
            <a:ext cx="99060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3FCAAC0A-D03D-1E26-51EA-C490E95600F4}"/>
              </a:ext>
            </a:extLst>
          </p:cNvPr>
          <p:cNvSpPr/>
          <p:nvPr/>
        </p:nvSpPr>
        <p:spPr>
          <a:xfrm rot="7463860">
            <a:off x="7724556" y="1092289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77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2060CD-486F-AA6A-6E17-3F62B0621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207537"/>
            <a:ext cx="10325100" cy="64429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22FBB82-E813-672C-DFE2-2B267DCBD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278" y="813325"/>
            <a:ext cx="2368122" cy="1120249"/>
          </a:xfrm>
          <a:prstGeom prst="rect">
            <a:avLst/>
          </a:prstGeom>
        </p:spPr>
      </p:pic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5F083DDD-5E22-3024-D25C-431C01B5197D}"/>
              </a:ext>
            </a:extLst>
          </p:cNvPr>
          <p:cNvSpPr/>
          <p:nvPr/>
        </p:nvSpPr>
        <p:spPr>
          <a:xfrm rot="10394118">
            <a:off x="8748603" y="1382582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70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AFCDB57-133E-BC60-1320-361835CFF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913" y="0"/>
            <a:ext cx="6590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6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E39906-D1A5-9D47-829E-17954990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0"/>
            <a:ext cx="106680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4945230" y="1104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64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D22EB65-6B9A-A200-6470-C53725A6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99441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00D6374-75D4-DD4A-3BF2-1762A87ABC90}"/>
              </a:ext>
            </a:extLst>
          </p:cNvPr>
          <p:cNvSpPr/>
          <p:nvPr/>
        </p:nvSpPr>
        <p:spPr>
          <a:xfrm rot="9000000">
            <a:off x="5072230" y="286854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82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D22EB65-6B9A-A200-6470-C53725A6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99441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00D6374-75D4-DD4A-3BF2-1762A87ABC90}"/>
              </a:ext>
            </a:extLst>
          </p:cNvPr>
          <p:cNvSpPr/>
          <p:nvPr/>
        </p:nvSpPr>
        <p:spPr>
          <a:xfrm rot="9000000">
            <a:off x="3802230" y="34273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620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524008-9E2D-88FB-8C4D-CD1FDF13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230"/>
            <a:ext cx="12192000" cy="645954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A8555F1C-D7E2-667B-FBD7-BB71D1FD30A2}"/>
              </a:ext>
            </a:extLst>
          </p:cNvPr>
          <p:cNvSpPr/>
          <p:nvPr/>
        </p:nvSpPr>
        <p:spPr>
          <a:xfrm rot="4805894">
            <a:off x="6774032" y="2553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35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332123-0098-27DB-61AC-9741742A9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596" y="182880"/>
            <a:ext cx="9619104" cy="649224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00D6374-75D4-DD4A-3BF2-1762A87ABC90}"/>
              </a:ext>
            </a:extLst>
          </p:cNvPr>
          <p:cNvSpPr/>
          <p:nvPr/>
        </p:nvSpPr>
        <p:spPr>
          <a:xfrm rot="4304039">
            <a:off x="7434431" y="251294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14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365B65-C687-2795-6FF4-64FE984A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82880"/>
            <a:ext cx="90805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36D50C-086F-FC7C-BACF-097733E28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81" y="182880"/>
            <a:ext cx="9331890" cy="649224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4495CB3F-5910-0B58-02E7-AFC93C5DBC55}"/>
              </a:ext>
            </a:extLst>
          </p:cNvPr>
          <p:cNvSpPr/>
          <p:nvPr/>
        </p:nvSpPr>
        <p:spPr>
          <a:xfrm rot="4304039">
            <a:off x="4916700" y="-5489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74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5A591B-282D-6B82-B0BE-25689D555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08" y="0"/>
            <a:ext cx="10208713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485BDAAF-BB53-ABB1-5244-285027C0A921}"/>
              </a:ext>
            </a:extLst>
          </p:cNvPr>
          <p:cNvSpPr/>
          <p:nvPr/>
        </p:nvSpPr>
        <p:spPr>
          <a:xfrm rot="7896333">
            <a:off x="2737171" y="10794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31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3EE62B-1E86-4BBD-0EB6-3A7FFC8D9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0" y="0"/>
            <a:ext cx="10171134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CF48DCB5-162B-8024-200A-7D53EE5C7842}"/>
              </a:ext>
            </a:extLst>
          </p:cNvPr>
          <p:cNvSpPr/>
          <p:nvPr/>
        </p:nvSpPr>
        <p:spPr>
          <a:xfrm rot="13490692">
            <a:off x="6507505" y="-31793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13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D75AA7-B5CC-C52E-ADA5-20DE94EF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52" y="0"/>
            <a:ext cx="10283869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3F403CF6-9A12-FB0C-EE69-CB55ACC2914D}"/>
              </a:ext>
            </a:extLst>
          </p:cNvPr>
          <p:cNvSpPr/>
          <p:nvPr/>
        </p:nvSpPr>
        <p:spPr>
          <a:xfrm rot="4304039">
            <a:off x="5856152" y="-28036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815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A1A12F2-6AA1-D289-7792-873E79FD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D1561E18-57CC-CBA2-9EF5-2C5686E34C0A}"/>
              </a:ext>
            </a:extLst>
          </p:cNvPr>
          <p:cNvSpPr/>
          <p:nvPr/>
        </p:nvSpPr>
        <p:spPr>
          <a:xfrm rot="4304039">
            <a:off x="7985577" y="-298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60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BF91E6-4FE7-4B27-25EF-762447C8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40" y="0"/>
            <a:ext cx="9169052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8C102F8E-DAF2-ECB0-EFEA-EEA778411ACF}"/>
              </a:ext>
            </a:extLst>
          </p:cNvPr>
          <p:cNvSpPr/>
          <p:nvPr/>
        </p:nvSpPr>
        <p:spPr>
          <a:xfrm rot="4304039">
            <a:off x="6369719" y="343987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30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25E14B-6773-EAAF-629E-BDCA1515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70" y="0"/>
            <a:ext cx="10045874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4304039">
            <a:off x="7175662" y="252547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93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3DF3AD-C42E-3DAC-1281-C3163993B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34" y="0"/>
            <a:ext cx="9820406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4304039">
            <a:off x="4745612" y="146075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325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D087AB-DF32-ECD3-710B-BCBFE71D4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1" y="175364"/>
            <a:ext cx="10571967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55953EE-6948-F46C-B943-3A0A29473773}"/>
              </a:ext>
            </a:extLst>
          </p:cNvPr>
          <p:cNvSpPr/>
          <p:nvPr/>
        </p:nvSpPr>
        <p:spPr>
          <a:xfrm>
            <a:off x="3912296" y="2865330"/>
            <a:ext cx="1373688" cy="56367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22CD0E-EB67-E550-E2B0-EC7AB2AE80FC}"/>
              </a:ext>
            </a:extLst>
          </p:cNvPr>
          <p:cNvSpPr/>
          <p:nvPr/>
        </p:nvSpPr>
        <p:spPr>
          <a:xfrm>
            <a:off x="6340257" y="2129423"/>
            <a:ext cx="538619" cy="739035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0037FC7-9D9B-D838-D172-FAD8B5F6DF63}"/>
              </a:ext>
            </a:extLst>
          </p:cNvPr>
          <p:cNvSpPr/>
          <p:nvPr/>
        </p:nvSpPr>
        <p:spPr>
          <a:xfrm>
            <a:off x="3722318" y="4210832"/>
            <a:ext cx="1563666" cy="739035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4AC9F5F-3B72-F2EC-32C9-32446115804B}"/>
              </a:ext>
            </a:extLst>
          </p:cNvPr>
          <p:cNvSpPr/>
          <p:nvPr/>
        </p:nvSpPr>
        <p:spPr>
          <a:xfrm>
            <a:off x="4531291" y="2148210"/>
            <a:ext cx="538619" cy="739035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40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C62CA6-0DD2-3270-F178-C1BBD000E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56" y="0"/>
            <a:ext cx="10308921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5673256">
            <a:off x="4620352" y="361523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382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22E421-4376-94E8-7DFC-C701ECD25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68" y="0"/>
            <a:ext cx="10008296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5673256">
            <a:off x="5186232" y="457580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939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43E35A-8170-1A9A-194E-BB330B494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88" y="107790"/>
            <a:ext cx="10935223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12597574">
            <a:off x="7159306" y="214575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A84EE204-5BBC-ED64-BAFF-3AA2AC5EBDF5}"/>
              </a:ext>
            </a:extLst>
          </p:cNvPr>
          <p:cNvSpPr/>
          <p:nvPr/>
        </p:nvSpPr>
        <p:spPr>
          <a:xfrm rot="12597574">
            <a:off x="708971" y="284929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905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6D3B16-E8F0-5E81-AA82-929BEA87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64" y="0"/>
            <a:ext cx="10171702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0597F44-B296-9016-05C9-C859E7EE595C}"/>
              </a:ext>
            </a:extLst>
          </p:cNvPr>
          <p:cNvSpPr/>
          <p:nvPr/>
        </p:nvSpPr>
        <p:spPr>
          <a:xfrm rot="5400000">
            <a:off x="6790986" y="90776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466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179099-CCDF-88F6-B21B-4B3232C1D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04" y="0"/>
            <a:ext cx="10196186" cy="6858000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E724CC7-75B8-1FAE-7193-8F65076B37CA}"/>
              </a:ext>
            </a:extLst>
          </p:cNvPr>
          <p:cNvSpPr/>
          <p:nvPr/>
        </p:nvSpPr>
        <p:spPr>
          <a:xfrm rot="7082627">
            <a:off x="1610955" y="-98367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070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9CC3C6-C896-B706-B510-2B58A4C1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383A191-0D6F-6FB2-FBDB-0B8019C93EA5}"/>
              </a:ext>
            </a:extLst>
          </p:cNvPr>
          <p:cNvSpPr/>
          <p:nvPr/>
        </p:nvSpPr>
        <p:spPr>
          <a:xfrm rot="10347442">
            <a:off x="-656366" y="4442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97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32B362-339B-B6BD-37D1-C5BE4DB2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11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FC154FE-71B6-1823-D322-13CE6C554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46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B5E3AE-0263-A792-8CF0-95098FD98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2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E9FC53E-F7FF-73AE-2EEE-9B64AD6AD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72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7D654A-F189-F2BC-F7C2-06B22900C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22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CAB04F-74AB-E4DE-053F-E15610C31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03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B6B1E1-9844-8432-D259-685C9E1C2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29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BD7ACF-9085-28B2-2B80-93201B89C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2706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553</TotalTime>
  <Words>33</Words>
  <Application>Microsoft Office PowerPoint</Application>
  <PresentationFormat>Widescreen</PresentationFormat>
  <Paragraphs>33</Paragraphs>
  <Slides>34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26</cp:revision>
  <dcterms:created xsi:type="dcterms:W3CDTF">2026-10-21T13:01:14Z</dcterms:created>
  <dcterms:modified xsi:type="dcterms:W3CDTF">2026-10-22T02:19:01Z</dcterms:modified>
</cp:coreProperties>
</file>