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7"/>
  </p:notesMasterIdLst>
  <p:sldIdLst>
    <p:sldId id="409" r:id="rId2"/>
    <p:sldId id="413" r:id="rId3"/>
    <p:sldId id="418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19" r:id="rId13"/>
    <p:sldId id="428" r:id="rId14"/>
    <p:sldId id="429" r:id="rId15"/>
    <p:sldId id="43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29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3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9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44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62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30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02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68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30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39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44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66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96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01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A679804-5722-DB6C-F2F5-A628A9F6FB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9BE95DF-CF27-2130-CD19-0C7A9DB24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430619"/>
            <a:ext cx="10744200" cy="599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0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0F31E8-4D2F-C9DF-4053-B77233A43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1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4418C5-B2B8-A0F1-0D08-BBFB49744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1" y="533401"/>
            <a:ext cx="10375898" cy="579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4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A85F456-20EA-5A1D-D409-BEE1732A6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57162"/>
            <a:ext cx="975360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3002C2B-A5E3-3E2C-52A2-502EDE44C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96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5C98F6D-70EE-C011-A2DA-135F58B2D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19" y="766391"/>
            <a:ext cx="9754961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96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552C503-90B1-8729-9E24-760A6C784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19" y="704470"/>
            <a:ext cx="9754961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8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2CD44D2-6B70-80D1-57B1-4845ED12F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19" y="704470"/>
            <a:ext cx="9754961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D2DB12-731E-7352-D103-DAABD2E010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3703C72-611D-C018-D0AE-D64B0CD76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622005"/>
            <a:ext cx="10058400" cy="561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41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8F7A2C-870C-DF13-2E0E-037DEC70B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430619"/>
            <a:ext cx="10744200" cy="599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8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3851C05-E9AB-C15E-A4D6-86CC17AE2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19" y="704470"/>
            <a:ext cx="9754961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64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2A04C3-E0C2-4E4E-9599-A697A1221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71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51D9E6A-E0D6-D4BD-963D-A634CB568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724" y="0"/>
            <a:ext cx="9146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17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F884ED-CE1A-3101-A4C7-646EFD6B4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92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72888-47E5-FF38-0FCB-3B55946539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F6EA519-771F-57C2-FE34-06F3A7CC0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416" y="1088136"/>
            <a:ext cx="8583168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35819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533</TotalTime>
  <Words>15</Words>
  <Application>Microsoft Office PowerPoint</Application>
  <PresentationFormat>Widescreen</PresentationFormat>
  <Paragraphs>15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2026-10-22T01:42:57Z</dcterms:modified>
</cp:coreProperties>
</file>