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23"/>
  </p:notesMasterIdLst>
  <p:sldIdLst>
    <p:sldId id="367" r:id="rId2"/>
    <p:sldId id="369" r:id="rId3"/>
    <p:sldId id="386" r:id="rId4"/>
    <p:sldId id="375" r:id="rId5"/>
    <p:sldId id="376" r:id="rId6"/>
    <p:sldId id="378" r:id="rId7"/>
    <p:sldId id="379" r:id="rId8"/>
    <p:sldId id="380" r:id="rId9"/>
    <p:sldId id="381" r:id="rId10"/>
    <p:sldId id="382" r:id="rId11"/>
    <p:sldId id="383" r:id="rId12"/>
    <p:sldId id="384" r:id="rId13"/>
    <p:sldId id="388" r:id="rId14"/>
    <p:sldId id="385" r:id="rId15"/>
    <p:sldId id="387" r:id="rId16"/>
    <p:sldId id="389" r:id="rId17"/>
    <p:sldId id="390" r:id="rId18"/>
    <p:sldId id="391" r:id="rId19"/>
    <p:sldId id="392" r:id="rId20"/>
    <p:sldId id="393" r:id="rId21"/>
    <p:sldId id="39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78ED"/>
    <a:srgbClr val="E6ECF6"/>
    <a:srgbClr val="FFCB01"/>
    <a:srgbClr val="FD3833"/>
    <a:srgbClr val="97928C"/>
    <a:srgbClr val="FE6921"/>
    <a:srgbClr val="98938D"/>
    <a:srgbClr val="0F5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89783" autoAdjust="0"/>
  </p:normalViewPr>
  <p:slideViewPr>
    <p:cSldViewPr snapToGrid="0">
      <p:cViewPr varScale="1">
        <p:scale>
          <a:sx n="77" d="100"/>
          <a:sy n="77" d="100"/>
        </p:scale>
        <p:origin x="10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EAA32-54E9-4F84-AE68-4BE2D2DF4A8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D00C56-C94C-4534-9FE0-BCB560865C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97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3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59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80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43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67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96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39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228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79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411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752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0529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961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368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598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189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0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554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6AE4998B-27E9-6AD8-093A-CB50259D28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596AADD-16E7-DC82-2E4B-29D02DABA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80" y="0"/>
            <a:ext cx="51206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789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7CEACC2-8342-D18E-8571-6D6ABF349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05" y="0"/>
            <a:ext cx="10883590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B856C684-C6B2-26EA-3256-2916E3F61ECD}"/>
              </a:ext>
            </a:extLst>
          </p:cNvPr>
          <p:cNvSpPr/>
          <p:nvPr/>
        </p:nvSpPr>
        <p:spPr>
          <a:xfrm rot="17100000">
            <a:off x="5691586" y="-560765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D1C86C5C-A0F4-BFA0-6B2D-99B525AF27A8}"/>
              </a:ext>
            </a:extLst>
          </p:cNvPr>
          <p:cNvSpPr/>
          <p:nvPr/>
        </p:nvSpPr>
        <p:spPr>
          <a:xfrm rot="14463090">
            <a:off x="6137634" y="315747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1247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627943E-70C9-7B7D-5130-A221268E6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32" y="869794"/>
            <a:ext cx="10749775" cy="598820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D2E046E-3E03-809A-DA7B-462314907ADF}"/>
              </a:ext>
            </a:extLst>
          </p:cNvPr>
          <p:cNvSpPr/>
          <p:nvPr/>
        </p:nvSpPr>
        <p:spPr>
          <a:xfrm>
            <a:off x="0" y="0"/>
            <a:ext cx="12192000" cy="21488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200" b="1" dirty="0"/>
              <a:t>BANCO DE DADOS</a:t>
            </a:r>
          </a:p>
        </p:txBody>
      </p:sp>
      <p:pic>
        <p:nvPicPr>
          <p:cNvPr id="8196" name="Picture 4" descr="O que é o MySQL? | OVHcloud Portugal">
            <a:extLst>
              <a:ext uri="{FF2B5EF4-FFF2-40B4-BE49-F238E27FC236}">
                <a16:creationId xmlns:a16="http://schemas.microsoft.com/office/drawing/2014/main" id="{04876FFE-BD21-B680-C059-D4443883A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0384" y="5138342"/>
            <a:ext cx="3267075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6199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9DEA101-9E92-4D7E-6038-4AB4145EC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10" y="0"/>
            <a:ext cx="107720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337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9DEA101-9E92-4D7E-6038-4AB4145EC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156" y="0"/>
            <a:ext cx="10805532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076432D1-8AFE-8326-1392-9F0D6DEC0425}"/>
              </a:ext>
            </a:extLst>
          </p:cNvPr>
          <p:cNvSpPr/>
          <p:nvPr/>
        </p:nvSpPr>
        <p:spPr>
          <a:xfrm rot="4631297">
            <a:off x="2881478" y="3186045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5294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CA88404-9969-6FB2-4E7F-EF8D69D2B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15" y="0"/>
            <a:ext cx="10381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10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CA88404-9969-6FB2-4E7F-EF8D69D2B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15" y="0"/>
            <a:ext cx="10381786" cy="6858000"/>
          </a:xfrm>
          <a:prstGeom prst="rect">
            <a:avLst/>
          </a:prstGeom>
        </p:spPr>
      </p:pic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487CD4E5-1A99-715F-199D-6DFB9AB7E468}"/>
              </a:ext>
            </a:extLst>
          </p:cNvPr>
          <p:cNvSpPr/>
          <p:nvPr/>
        </p:nvSpPr>
        <p:spPr>
          <a:xfrm rot="18000000">
            <a:off x="599000" y="630193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6CFD5B7A-DF72-4507-6836-9914B8D3403F}"/>
              </a:ext>
            </a:extLst>
          </p:cNvPr>
          <p:cNvSpPr/>
          <p:nvPr/>
        </p:nvSpPr>
        <p:spPr>
          <a:xfrm>
            <a:off x="4797776" y="-426952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5334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CA88404-9969-6FB2-4E7F-EF8D69D2B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701" y="0"/>
            <a:ext cx="10493299" cy="6858000"/>
          </a:xfrm>
          <a:prstGeom prst="rect">
            <a:avLst/>
          </a:prstGeom>
        </p:spPr>
      </p:pic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6CFD5B7A-DF72-4507-6836-9914B8D3403F}"/>
              </a:ext>
            </a:extLst>
          </p:cNvPr>
          <p:cNvSpPr/>
          <p:nvPr/>
        </p:nvSpPr>
        <p:spPr>
          <a:xfrm>
            <a:off x="2500625" y="1859048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2613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2AD85F8-E891-8599-EA89-C9506D7EC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0"/>
            <a:ext cx="10660565" cy="6858000"/>
          </a:xfrm>
          <a:prstGeom prst="rect">
            <a:avLst/>
          </a:prstGeom>
        </p:spPr>
      </p:pic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6CFD5B7A-DF72-4507-6836-9914B8D3403F}"/>
              </a:ext>
            </a:extLst>
          </p:cNvPr>
          <p:cNvSpPr/>
          <p:nvPr/>
        </p:nvSpPr>
        <p:spPr>
          <a:xfrm>
            <a:off x="4251366" y="0"/>
            <a:ext cx="3901440" cy="34290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234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A3CB362-119E-A842-C14B-FC6C221B2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72" y="0"/>
            <a:ext cx="9969191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48EAE751-A5B2-A21E-E09B-084A5F1A9494}"/>
              </a:ext>
            </a:extLst>
          </p:cNvPr>
          <p:cNvSpPr/>
          <p:nvPr/>
        </p:nvSpPr>
        <p:spPr>
          <a:xfrm rot="10800000">
            <a:off x="5162049" y="4278351"/>
            <a:ext cx="3901440" cy="34290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6448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74C070C-1B00-286E-5311-72B86ADE0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15" y="0"/>
            <a:ext cx="10147610" cy="6858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48EAE751-A5B2-A21E-E09B-084A5F1A9494}"/>
              </a:ext>
            </a:extLst>
          </p:cNvPr>
          <p:cNvSpPr/>
          <p:nvPr/>
        </p:nvSpPr>
        <p:spPr>
          <a:xfrm>
            <a:off x="6645161" y="1222917"/>
            <a:ext cx="3901440" cy="34290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3950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74C070C-1B00-286E-5311-72B86ADE0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15" y="0"/>
            <a:ext cx="10147610" cy="6858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48EAE751-A5B2-A21E-E09B-084A5F1A9494}"/>
              </a:ext>
            </a:extLst>
          </p:cNvPr>
          <p:cNvSpPr/>
          <p:nvPr/>
        </p:nvSpPr>
        <p:spPr>
          <a:xfrm>
            <a:off x="6645161" y="1222917"/>
            <a:ext cx="3901440" cy="34290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3248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1FB79E1-897F-F95A-7100-0B06A9B65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852" y="0"/>
            <a:ext cx="105825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58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1FB79E1-897F-F95A-7100-0B06A9B65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852" y="0"/>
            <a:ext cx="10582509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0FAE8FE1-F49C-311A-17CD-1FD0727DF56E}"/>
              </a:ext>
            </a:extLst>
          </p:cNvPr>
          <p:cNvSpPr/>
          <p:nvPr/>
        </p:nvSpPr>
        <p:spPr>
          <a:xfrm rot="10800000">
            <a:off x="0" y="404851"/>
            <a:ext cx="3901440" cy="342900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25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3C730DE-5D33-DA52-3FC9-A08FDAEB6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848" y="307848"/>
            <a:ext cx="6242304" cy="624230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6CF7D36-5A96-3B79-5740-738CB877D79E}"/>
              </a:ext>
            </a:extLst>
          </p:cNvPr>
          <p:cNvSpPr/>
          <p:nvPr/>
        </p:nvSpPr>
        <p:spPr>
          <a:xfrm rot="5400000">
            <a:off x="-1941576" y="1941576"/>
            <a:ext cx="6858000" cy="29748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200" b="1" dirty="0"/>
              <a:t>CRIAR TABELA</a:t>
            </a:r>
          </a:p>
        </p:txBody>
      </p:sp>
    </p:spTree>
    <p:extLst>
      <p:ext uri="{BB962C8B-B14F-4D97-AF65-F5344CB8AC3E}">
        <p14:creationId xmlns:p14="http://schemas.microsoft.com/office/powerpoint/2010/main" val="1262501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AC835BA-BAE1-A094-5C54-A9DF75CC3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89" b="12785"/>
          <a:stretch/>
        </p:blipFill>
        <p:spPr>
          <a:xfrm>
            <a:off x="3365501" y="-1"/>
            <a:ext cx="4950114" cy="6858001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A01F4B9C-1F5C-5258-EF55-A962F54BD42C}"/>
              </a:ext>
            </a:extLst>
          </p:cNvPr>
          <p:cNvSpPr/>
          <p:nvPr/>
        </p:nvSpPr>
        <p:spPr>
          <a:xfrm rot="5400000">
            <a:off x="-1941576" y="1941576"/>
            <a:ext cx="6858000" cy="29748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200" b="1" dirty="0"/>
              <a:t>INSERIR DADO</a:t>
            </a:r>
          </a:p>
        </p:txBody>
      </p:sp>
    </p:spTree>
    <p:extLst>
      <p:ext uri="{BB962C8B-B14F-4D97-AF65-F5344CB8AC3E}">
        <p14:creationId xmlns:p14="http://schemas.microsoft.com/office/powerpoint/2010/main" val="2008237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15FF655-5BBF-67BB-4311-730D237B7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55" b="14755"/>
          <a:stretch/>
        </p:blipFill>
        <p:spPr>
          <a:xfrm>
            <a:off x="3375448" y="3156"/>
            <a:ext cx="5578052" cy="6854844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2742B47D-7054-FAE0-3BF6-9CEA4302DB36}"/>
              </a:ext>
            </a:extLst>
          </p:cNvPr>
          <p:cNvSpPr/>
          <p:nvPr/>
        </p:nvSpPr>
        <p:spPr>
          <a:xfrm rot="5400000">
            <a:off x="-1941576" y="1941576"/>
            <a:ext cx="6858000" cy="29748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200" b="1" dirty="0"/>
              <a:t>BUSCAR DADO</a:t>
            </a:r>
          </a:p>
        </p:txBody>
      </p:sp>
    </p:spTree>
    <p:extLst>
      <p:ext uri="{BB962C8B-B14F-4D97-AF65-F5344CB8AC3E}">
        <p14:creationId xmlns:p14="http://schemas.microsoft.com/office/powerpoint/2010/main" val="984136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322B315-5A59-F45D-16B7-3917563A1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02" b="18703"/>
          <a:stretch/>
        </p:blipFill>
        <p:spPr>
          <a:xfrm>
            <a:off x="2838450" y="0"/>
            <a:ext cx="6115050" cy="6858000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9DDA13CB-C635-0A35-D52C-F2948781C241}"/>
              </a:ext>
            </a:extLst>
          </p:cNvPr>
          <p:cNvSpPr/>
          <p:nvPr/>
        </p:nvSpPr>
        <p:spPr>
          <a:xfrm rot="5400000">
            <a:off x="-1941576" y="1941576"/>
            <a:ext cx="6858000" cy="29748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200" b="1" dirty="0"/>
              <a:t>BUSCAR DADO</a:t>
            </a:r>
          </a:p>
        </p:txBody>
      </p:sp>
    </p:spTree>
    <p:extLst>
      <p:ext uri="{BB962C8B-B14F-4D97-AF65-F5344CB8AC3E}">
        <p14:creationId xmlns:p14="http://schemas.microsoft.com/office/powerpoint/2010/main" val="1450618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45B101A-2A98-2ED0-E8DD-E9439648E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96" b="20831"/>
          <a:stretch/>
        </p:blipFill>
        <p:spPr>
          <a:xfrm>
            <a:off x="2876550" y="0"/>
            <a:ext cx="6267449" cy="6858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A84F38B-5ED3-1B34-16F4-FE9EC4C4D879}"/>
              </a:ext>
            </a:extLst>
          </p:cNvPr>
          <p:cNvSpPr/>
          <p:nvPr/>
        </p:nvSpPr>
        <p:spPr>
          <a:xfrm rot="5400000">
            <a:off x="-1941576" y="1941576"/>
            <a:ext cx="6858000" cy="29748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200" b="1" dirty="0"/>
              <a:t>ALTERAR DADO</a:t>
            </a:r>
          </a:p>
        </p:txBody>
      </p:sp>
    </p:spTree>
    <p:extLst>
      <p:ext uri="{BB962C8B-B14F-4D97-AF65-F5344CB8AC3E}">
        <p14:creationId xmlns:p14="http://schemas.microsoft.com/office/powerpoint/2010/main" val="2795474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47F9DAE-D2FA-0070-739C-152614C9F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52" b="20452"/>
          <a:stretch/>
        </p:blipFill>
        <p:spPr>
          <a:xfrm>
            <a:off x="3276599" y="-1"/>
            <a:ext cx="6477002" cy="6858001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5A52D8E-F8E6-8659-D43E-69142E6227A3}"/>
              </a:ext>
            </a:extLst>
          </p:cNvPr>
          <p:cNvSpPr/>
          <p:nvPr/>
        </p:nvSpPr>
        <p:spPr>
          <a:xfrm rot="5400000">
            <a:off x="-1941576" y="1941576"/>
            <a:ext cx="6858000" cy="29748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200" b="1" dirty="0"/>
              <a:t>EXCLUIR DADO</a:t>
            </a:r>
          </a:p>
        </p:txBody>
      </p:sp>
    </p:spTree>
    <p:extLst>
      <p:ext uri="{BB962C8B-B14F-4D97-AF65-F5344CB8AC3E}">
        <p14:creationId xmlns:p14="http://schemas.microsoft.com/office/powerpoint/2010/main" val="40472650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1F78A26-7C27-EB21-FF15-429E01A7EF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2F79F42-6097-C61D-1171-6D891A47F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33" b="18737"/>
          <a:stretch/>
        </p:blipFill>
        <p:spPr>
          <a:xfrm>
            <a:off x="2952750" y="17765"/>
            <a:ext cx="6286500" cy="684023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6F87FC51-7251-8816-3B0F-A22BBB70A193}"/>
              </a:ext>
            </a:extLst>
          </p:cNvPr>
          <p:cNvSpPr/>
          <p:nvPr/>
        </p:nvSpPr>
        <p:spPr>
          <a:xfrm rot="5400000">
            <a:off x="-1941576" y="1941576"/>
            <a:ext cx="6858000" cy="29748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600" b="1" dirty="0"/>
              <a:t>EXCLUIR TABELA</a:t>
            </a:r>
          </a:p>
        </p:txBody>
      </p:sp>
    </p:spTree>
    <p:extLst>
      <p:ext uri="{BB962C8B-B14F-4D97-AF65-F5344CB8AC3E}">
        <p14:creationId xmlns:p14="http://schemas.microsoft.com/office/powerpoint/2010/main" val="1726865932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533</TotalTime>
  <Words>17</Words>
  <Application>Microsoft Office PowerPoint</Application>
  <PresentationFormat>Widescreen</PresentationFormat>
  <Paragraphs>8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Aptos</vt:lpstr>
      <vt:lpstr>Century Gothic</vt:lpstr>
      <vt:lpstr>Wingdings 3</vt:lpstr>
      <vt:lpstr>Fatia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Fernando Brogliatto Ferreira</dc:creator>
  <cp:lastModifiedBy>Luiz Fernando Brogliatto Ferreira</cp:lastModifiedBy>
  <cp:revision>24</cp:revision>
  <dcterms:created xsi:type="dcterms:W3CDTF">2026-10-21T13:01:14Z</dcterms:created>
  <dcterms:modified xsi:type="dcterms:W3CDTF">2026-10-22T01:38:54Z</dcterms:modified>
</cp:coreProperties>
</file>