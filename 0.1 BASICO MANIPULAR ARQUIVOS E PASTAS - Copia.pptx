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8" r:id="rId1"/>
  </p:sldMasterIdLst>
  <p:notesMasterIdLst>
    <p:notesMasterId r:id="rId30"/>
  </p:notesMasterIdLst>
  <p:sldIdLst>
    <p:sldId id="262" r:id="rId2"/>
    <p:sldId id="282" r:id="rId3"/>
    <p:sldId id="283" r:id="rId4"/>
    <p:sldId id="263" r:id="rId5"/>
    <p:sldId id="264" r:id="rId6"/>
    <p:sldId id="265" r:id="rId7"/>
    <p:sldId id="266" r:id="rId8"/>
    <p:sldId id="280" r:id="rId9"/>
    <p:sldId id="267" r:id="rId10"/>
    <p:sldId id="268" r:id="rId11"/>
    <p:sldId id="281" r:id="rId12"/>
    <p:sldId id="269" r:id="rId13"/>
    <p:sldId id="270" r:id="rId14"/>
    <p:sldId id="284" r:id="rId15"/>
    <p:sldId id="271" r:id="rId16"/>
    <p:sldId id="285" r:id="rId17"/>
    <p:sldId id="286" r:id="rId18"/>
    <p:sldId id="290" r:id="rId19"/>
    <p:sldId id="291" r:id="rId20"/>
    <p:sldId id="288" r:id="rId21"/>
    <p:sldId id="292" r:id="rId22"/>
    <p:sldId id="294" r:id="rId23"/>
    <p:sldId id="293" r:id="rId24"/>
    <p:sldId id="289" r:id="rId25"/>
    <p:sldId id="295" r:id="rId26"/>
    <p:sldId id="296" r:id="rId27"/>
    <p:sldId id="297" r:id="rId28"/>
    <p:sldId id="298" r:id="rId2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578ED"/>
    <a:srgbClr val="E6ECF6"/>
    <a:srgbClr val="FFCB01"/>
    <a:srgbClr val="FD3833"/>
    <a:srgbClr val="97928C"/>
    <a:srgbClr val="FE6921"/>
    <a:srgbClr val="98938D"/>
    <a:srgbClr val="0F57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2" autoAdjust="0"/>
    <p:restoredTop sz="89783" autoAdjust="0"/>
  </p:normalViewPr>
  <p:slideViewPr>
    <p:cSldViewPr snapToGrid="0">
      <p:cViewPr varScale="1">
        <p:scale>
          <a:sx n="64" d="100"/>
          <a:sy n="64" d="100"/>
        </p:scale>
        <p:origin x="762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DEAA32-54E9-4F84-AE68-4BE2D2DF4A8D}" type="datetimeFigureOut">
              <a:rPr lang="en-US" smtClean="0"/>
              <a:t>10/22/2026</a:t>
            </a:fld>
            <a:endParaRPr lang="en-US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8D00C56-C94C-4534-9FE0-BCB560865C13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289753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8D00C56-C94C-4534-9FE0-BCB560865C13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61300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938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565949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70808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184313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86738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196588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703950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2288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107914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24411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697529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005294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796129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o 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8636848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iro ou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pt-BR"/>
              <a:t>Editar estilos de texto Mestre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959813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518918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76017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2C433D37-B44C-430C-A435-8C56DC1D9FAF}" type="datetimeFigureOut">
              <a:rPr lang="pt-BR" smtClean="0"/>
              <a:t>22/10/2026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56A0B6A6-A0C2-43D2-8F7F-011D936EE706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65545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19" r:id="rId1"/>
    <p:sldLayoutId id="2147483720" r:id="rId2"/>
    <p:sldLayoutId id="2147483721" r:id="rId3"/>
    <p:sldLayoutId id="2147483722" r:id="rId4"/>
    <p:sldLayoutId id="2147483723" r:id="rId5"/>
    <p:sldLayoutId id="2147483724" r:id="rId6"/>
    <p:sldLayoutId id="2147483725" r:id="rId7"/>
    <p:sldLayoutId id="2147483726" r:id="rId8"/>
    <p:sldLayoutId id="2147483727" r:id="rId9"/>
    <p:sldLayoutId id="2147483728" r:id="rId10"/>
    <p:sldLayoutId id="2147483729" r:id="rId11"/>
    <p:sldLayoutId id="2147483730" r:id="rId12"/>
    <p:sldLayoutId id="2147483731" r:id="rId13"/>
    <p:sldLayoutId id="2147483732" r:id="rId14"/>
    <p:sldLayoutId id="2147483733" r:id="rId15"/>
    <p:sldLayoutId id="2147483734" r:id="rId16"/>
    <p:sldLayoutId id="214748373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eg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, gerada com IA">
            <a:extLst>
              <a:ext uri="{FF2B5EF4-FFF2-40B4-BE49-F238E27FC236}">
                <a16:creationId xmlns:a16="http://schemas.microsoft.com/office/drawing/2014/main" id="{E49D8EC6-7A66-FC02-16C5-3E4E88946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E281352-FEF3-4D7D-B88B-068D877D69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771"/>
            <a:ext cx="12192000" cy="6836457"/>
          </a:xfrm>
          <a:prstGeom prst="rect">
            <a:avLst/>
          </a:prstGeom>
        </p:spPr>
      </p:pic>
      <p:sp>
        <p:nvSpPr>
          <p:cNvPr id="5" name="Seta: para Cima 4">
            <a:extLst>
              <a:ext uri="{FF2B5EF4-FFF2-40B4-BE49-F238E27FC236}">
                <a16:creationId xmlns:a16="http://schemas.microsoft.com/office/drawing/2014/main" id="{D571510A-F148-4882-A736-060183EDB84D}"/>
              </a:ext>
            </a:extLst>
          </p:cNvPr>
          <p:cNvSpPr/>
          <p:nvPr/>
        </p:nvSpPr>
        <p:spPr>
          <a:xfrm rot="10516354">
            <a:off x="5405091" y="2489492"/>
            <a:ext cx="2763999" cy="4087184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05137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, gerada com IA">
            <a:extLst>
              <a:ext uri="{FF2B5EF4-FFF2-40B4-BE49-F238E27FC236}">
                <a16:creationId xmlns:a16="http://schemas.microsoft.com/office/drawing/2014/main" id="{E49D8EC6-7A66-FC02-16C5-3E4E88946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E10D49CB-FEA0-444E-824D-1ADCF14ACB0D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21" t="15516"/>
          <a:stretch/>
        </p:blipFill>
        <p:spPr>
          <a:xfrm>
            <a:off x="324415" y="2140627"/>
            <a:ext cx="11543169" cy="3244174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AC276B86-011D-4B39-B47F-EB4453680D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64651">
            <a:off x="7777217" y="2379356"/>
            <a:ext cx="4762500" cy="4762500"/>
          </a:xfrm>
          <a:prstGeom prst="rect">
            <a:avLst/>
          </a:prstGeom>
        </p:spPr>
      </p:pic>
      <p:sp>
        <p:nvSpPr>
          <p:cNvPr id="10" name="Retângulo 9">
            <a:extLst>
              <a:ext uri="{FF2B5EF4-FFF2-40B4-BE49-F238E27FC236}">
                <a16:creationId xmlns:a16="http://schemas.microsoft.com/office/drawing/2014/main" id="{A5525C05-5B56-4655-9E61-7AB34905AD85}"/>
              </a:ext>
            </a:extLst>
          </p:cNvPr>
          <p:cNvSpPr/>
          <p:nvPr/>
        </p:nvSpPr>
        <p:spPr>
          <a:xfrm>
            <a:off x="0" y="0"/>
            <a:ext cx="12192000" cy="1959429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/>
              <a:t>BACKSPACE APAGA TEXTO DA DIREITA PARA ESQUERDA &lt;=</a:t>
            </a:r>
          </a:p>
        </p:txBody>
      </p:sp>
    </p:spTree>
    <p:extLst>
      <p:ext uri="{BB962C8B-B14F-4D97-AF65-F5344CB8AC3E}">
        <p14:creationId xmlns:p14="http://schemas.microsoft.com/office/powerpoint/2010/main" val="93794877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, gerada com IA">
            <a:extLst>
              <a:ext uri="{FF2B5EF4-FFF2-40B4-BE49-F238E27FC236}">
                <a16:creationId xmlns:a16="http://schemas.microsoft.com/office/drawing/2014/main" id="{E49D8EC6-7A66-FC02-16C5-3E4E88946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9E222F78-FFB3-4A00-959A-1AA1766DC1E3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4982"/>
          <a:stretch/>
        </p:blipFill>
        <p:spPr>
          <a:xfrm>
            <a:off x="7182020" y="-1"/>
            <a:ext cx="3761751" cy="6858001"/>
          </a:xfrm>
          <a:prstGeom prst="rect">
            <a:avLst/>
          </a:prstGeom>
        </p:spPr>
      </p:pic>
      <p:pic>
        <p:nvPicPr>
          <p:cNvPr id="8" name="Imagem 7">
            <a:extLst>
              <a:ext uri="{FF2B5EF4-FFF2-40B4-BE49-F238E27FC236}">
                <a16:creationId xmlns:a16="http://schemas.microsoft.com/office/drawing/2014/main" id="{B61009DE-D84E-4483-AE22-5C944EB39E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8327122">
            <a:off x="7698921" y="1581073"/>
            <a:ext cx="4762500" cy="4762500"/>
          </a:xfrm>
          <a:prstGeom prst="rect">
            <a:avLst/>
          </a:prstGeom>
        </p:spPr>
      </p:pic>
      <p:sp>
        <p:nvSpPr>
          <p:cNvPr id="9" name="Retângulo 8">
            <a:extLst>
              <a:ext uri="{FF2B5EF4-FFF2-40B4-BE49-F238E27FC236}">
                <a16:creationId xmlns:a16="http://schemas.microsoft.com/office/drawing/2014/main" id="{DB2A5849-CA4A-43F5-BDAB-5A46472CFD9B}"/>
              </a:ext>
            </a:extLst>
          </p:cNvPr>
          <p:cNvSpPr/>
          <p:nvPr/>
        </p:nvSpPr>
        <p:spPr>
          <a:xfrm>
            <a:off x="678730" y="1178350"/>
            <a:ext cx="6080495" cy="544016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/>
              <a:t>DELETE APAGA TEXTO DA ESQUERDA PARA DIREITA =&gt;</a:t>
            </a:r>
          </a:p>
        </p:txBody>
      </p:sp>
    </p:spTree>
    <p:extLst>
      <p:ext uri="{BB962C8B-B14F-4D97-AF65-F5344CB8AC3E}">
        <p14:creationId xmlns:p14="http://schemas.microsoft.com/office/powerpoint/2010/main" val="9683174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, gerada com IA">
            <a:extLst>
              <a:ext uri="{FF2B5EF4-FFF2-40B4-BE49-F238E27FC236}">
                <a16:creationId xmlns:a16="http://schemas.microsoft.com/office/drawing/2014/main" id="{E49D8EC6-7A66-FC02-16C5-3E4E88946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26B00D44-971D-4F85-9068-447B7A73B7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225"/>
            <a:ext cx="12192000" cy="6559550"/>
          </a:xfrm>
          <a:prstGeom prst="rect">
            <a:avLst/>
          </a:prstGeom>
        </p:spPr>
      </p:pic>
      <p:sp>
        <p:nvSpPr>
          <p:cNvPr id="4" name="Seta: para Cima 3">
            <a:extLst>
              <a:ext uri="{FF2B5EF4-FFF2-40B4-BE49-F238E27FC236}">
                <a16:creationId xmlns:a16="http://schemas.microsoft.com/office/drawing/2014/main" id="{D04D0264-9373-4467-BAD6-5BBFE236D913}"/>
              </a:ext>
            </a:extLst>
          </p:cNvPr>
          <p:cNvSpPr/>
          <p:nvPr/>
        </p:nvSpPr>
        <p:spPr>
          <a:xfrm rot="15806213">
            <a:off x="581984" y="493741"/>
            <a:ext cx="2763999" cy="2322286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15756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, gerada com IA">
            <a:extLst>
              <a:ext uri="{FF2B5EF4-FFF2-40B4-BE49-F238E27FC236}">
                <a16:creationId xmlns:a16="http://schemas.microsoft.com/office/drawing/2014/main" id="{E49D8EC6-7A66-FC02-16C5-3E4E88946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0194F9D8-DA40-4067-AD27-22231CF956E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225"/>
            <a:ext cx="12192000" cy="6559550"/>
          </a:xfrm>
          <a:prstGeom prst="rect">
            <a:avLst/>
          </a:prstGeom>
        </p:spPr>
      </p:pic>
      <p:sp>
        <p:nvSpPr>
          <p:cNvPr id="4" name="Seta: para Cima 3">
            <a:extLst>
              <a:ext uri="{FF2B5EF4-FFF2-40B4-BE49-F238E27FC236}">
                <a16:creationId xmlns:a16="http://schemas.microsoft.com/office/drawing/2014/main" id="{7E1504D6-6BD4-4B4D-AE9F-569849A38218}"/>
              </a:ext>
            </a:extLst>
          </p:cNvPr>
          <p:cNvSpPr/>
          <p:nvPr/>
        </p:nvSpPr>
        <p:spPr>
          <a:xfrm rot="20371420">
            <a:off x="-492073" y="544227"/>
            <a:ext cx="2763999" cy="2322286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46194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, gerada com IA">
            <a:extLst>
              <a:ext uri="{FF2B5EF4-FFF2-40B4-BE49-F238E27FC236}">
                <a16:creationId xmlns:a16="http://schemas.microsoft.com/office/drawing/2014/main" id="{E49D8EC6-7A66-FC02-16C5-3E4E88946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FB00529-5BF9-4AA7-88EA-90A8940F97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225"/>
            <a:ext cx="12192000" cy="6559550"/>
          </a:xfrm>
          <a:prstGeom prst="rect">
            <a:avLst/>
          </a:prstGeom>
        </p:spPr>
      </p:pic>
      <p:sp>
        <p:nvSpPr>
          <p:cNvPr id="4" name="Seta: para Cima 3">
            <a:extLst>
              <a:ext uri="{FF2B5EF4-FFF2-40B4-BE49-F238E27FC236}">
                <a16:creationId xmlns:a16="http://schemas.microsoft.com/office/drawing/2014/main" id="{70F3AEC5-1DA0-4B0D-9F92-65F9495E337B}"/>
              </a:ext>
            </a:extLst>
          </p:cNvPr>
          <p:cNvSpPr/>
          <p:nvPr/>
        </p:nvSpPr>
        <p:spPr>
          <a:xfrm rot="15806213">
            <a:off x="1089984" y="-493230"/>
            <a:ext cx="2763999" cy="2322286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8433950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, gerada com IA">
            <a:extLst>
              <a:ext uri="{FF2B5EF4-FFF2-40B4-BE49-F238E27FC236}">
                <a16:creationId xmlns:a16="http://schemas.microsoft.com/office/drawing/2014/main" id="{E49D8EC6-7A66-FC02-16C5-3E4E88946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30C2144D-80E1-4E47-9E26-AF7BB0DC0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225"/>
            <a:ext cx="12192000" cy="6559550"/>
          </a:xfrm>
          <a:prstGeom prst="rect">
            <a:avLst/>
          </a:prstGeom>
        </p:spPr>
      </p:pic>
      <p:sp>
        <p:nvSpPr>
          <p:cNvPr id="4" name="Seta: para Cima 3">
            <a:extLst>
              <a:ext uri="{FF2B5EF4-FFF2-40B4-BE49-F238E27FC236}">
                <a16:creationId xmlns:a16="http://schemas.microsoft.com/office/drawing/2014/main" id="{BBBDA1EB-35A4-463D-91A5-D46817429B97}"/>
              </a:ext>
            </a:extLst>
          </p:cNvPr>
          <p:cNvSpPr/>
          <p:nvPr/>
        </p:nvSpPr>
        <p:spPr>
          <a:xfrm rot="1704102">
            <a:off x="749528" y="2420256"/>
            <a:ext cx="2763999" cy="2322286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39064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, gerada com IA">
            <a:extLst>
              <a:ext uri="{FF2B5EF4-FFF2-40B4-BE49-F238E27FC236}">
                <a16:creationId xmlns:a16="http://schemas.microsoft.com/office/drawing/2014/main" id="{E49D8EC6-7A66-FC02-16C5-3E4E88946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B3C36B0-5D1B-47DD-B653-275863BDB1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185" t="8935" r="36057"/>
          <a:stretch/>
        </p:blipFill>
        <p:spPr>
          <a:xfrm>
            <a:off x="4327202" y="19802"/>
            <a:ext cx="3874118" cy="6838197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0FD4A419-30D0-4F5E-9FAE-F2C5A4CC1017}"/>
              </a:ext>
            </a:extLst>
          </p:cNvPr>
          <p:cNvSpPr/>
          <p:nvPr/>
        </p:nvSpPr>
        <p:spPr>
          <a:xfrm>
            <a:off x="0" y="0"/>
            <a:ext cx="4327202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/>
              <a:t>APERTA </a:t>
            </a:r>
          </a:p>
          <a:p>
            <a:pPr algn="ctr"/>
            <a:br>
              <a:rPr lang="pt-BR" sz="2800" dirty="0"/>
            </a:br>
            <a:r>
              <a:rPr lang="pt-BR" sz="2800" dirty="0"/>
              <a:t>O ENTER </a:t>
            </a:r>
          </a:p>
          <a:p>
            <a:pPr algn="ctr"/>
            <a:br>
              <a:rPr lang="pt-BR" sz="2800" dirty="0"/>
            </a:br>
            <a:r>
              <a:rPr lang="pt-BR" sz="2800" dirty="0"/>
              <a:t>PARA CONFIRMAR</a:t>
            </a:r>
          </a:p>
          <a:p>
            <a:pPr algn="ctr"/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7700137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, gerada com IA">
            <a:extLst>
              <a:ext uri="{FF2B5EF4-FFF2-40B4-BE49-F238E27FC236}">
                <a16:creationId xmlns:a16="http://schemas.microsoft.com/office/drawing/2014/main" id="{E49D8EC6-7A66-FC02-16C5-3E4E88946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FF50D530-1401-4E79-9CD0-2A7357B57D5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225"/>
            <a:ext cx="12192000" cy="6559550"/>
          </a:xfrm>
          <a:prstGeom prst="rect">
            <a:avLst/>
          </a:prstGeom>
        </p:spPr>
      </p:pic>
      <p:sp>
        <p:nvSpPr>
          <p:cNvPr id="4" name="Seta: para Cima 3">
            <a:extLst>
              <a:ext uri="{FF2B5EF4-FFF2-40B4-BE49-F238E27FC236}">
                <a16:creationId xmlns:a16="http://schemas.microsoft.com/office/drawing/2014/main" id="{1C564B65-75CD-42B1-87B2-70BFDBF100BD}"/>
              </a:ext>
            </a:extLst>
          </p:cNvPr>
          <p:cNvSpPr/>
          <p:nvPr/>
        </p:nvSpPr>
        <p:spPr>
          <a:xfrm rot="1704102">
            <a:off x="-178152" y="448644"/>
            <a:ext cx="2763999" cy="2322286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66672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, gerada com IA">
            <a:extLst>
              <a:ext uri="{FF2B5EF4-FFF2-40B4-BE49-F238E27FC236}">
                <a16:creationId xmlns:a16="http://schemas.microsoft.com/office/drawing/2014/main" id="{E49D8EC6-7A66-FC02-16C5-3E4E88946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7A9152A-3DCE-41BD-822A-48D63D6F51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49225"/>
            <a:ext cx="12192000" cy="655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7250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, gerada com IA">
            <a:extLst>
              <a:ext uri="{FF2B5EF4-FFF2-40B4-BE49-F238E27FC236}">
                <a16:creationId xmlns:a16="http://schemas.microsoft.com/office/drawing/2014/main" id="{E49D8EC6-7A66-FC02-16C5-3E4E88946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BB3C36B0-5D1B-47DD-B653-275863BDB14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6185" t="8935" r="36057"/>
          <a:stretch/>
        </p:blipFill>
        <p:spPr>
          <a:xfrm>
            <a:off x="4327202" y="19802"/>
            <a:ext cx="3874118" cy="6838197"/>
          </a:xfrm>
          <a:prstGeom prst="rect">
            <a:avLst/>
          </a:prstGeom>
        </p:spPr>
      </p:pic>
      <p:sp>
        <p:nvSpPr>
          <p:cNvPr id="6" name="Retângulo 5">
            <a:extLst>
              <a:ext uri="{FF2B5EF4-FFF2-40B4-BE49-F238E27FC236}">
                <a16:creationId xmlns:a16="http://schemas.microsoft.com/office/drawing/2014/main" id="{0FD4A419-30D0-4F5E-9FAE-F2C5A4CC1017}"/>
              </a:ext>
            </a:extLst>
          </p:cNvPr>
          <p:cNvSpPr/>
          <p:nvPr/>
        </p:nvSpPr>
        <p:spPr>
          <a:xfrm>
            <a:off x="0" y="0"/>
            <a:ext cx="4327202" cy="6858000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/>
              <a:t>APERTA </a:t>
            </a:r>
          </a:p>
          <a:p>
            <a:pPr algn="ctr"/>
            <a:br>
              <a:rPr lang="pt-BR" sz="2800" dirty="0"/>
            </a:br>
            <a:r>
              <a:rPr lang="pt-BR" sz="2800" dirty="0"/>
              <a:t>O ENTER </a:t>
            </a:r>
          </a:p>
          <a:p>
            <a:pPr algn="ctr"/>
            <a:br>
              <a:rPr lang="pt-BR" sz="2800" dirty="0"/>
            </a:br>
            <a:r>
              <a:rPr lang="pt-BR" sz="2800" dirty="0"/>
              <a:t>PARA CONFIRMAR</a:t>
            </a:r>
          </a:p>
          <a:p>
            <a:pPr algn="ctr"/>
            <a:endParaRPr lang="pt-BR" sz="2800" dirty="0"/>
          </a:p>
        </p:txBody>
      </p:sp>
    </p:spTree>
    <p:extLst>
      <p:ext uri="{BB962C8B-B14F-4D97-AF65-F5344CB8AC3E}">
        <p14:creationId xmlns:p14="http://schemas.microsoft.com/office/powerpoint/2010/main" val="3200510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, gerada com IA">
            <a:extLst>
              <a:ext uri="{FF2B5EF4-FFF2-40B4-BE49-F238E27FC236}">
                <a16:creationId xmlns:a16="http://schemas.microsoft.com/office/drawing/2014/main" id="{E49D8EC6-7A66-FC02-16C5-3E4E88946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5" name="AutoShape 4" descr=", gerada com IA">
            <a:extLst>
              <a:ext uri="{FF2B5EF4-FFF2-40B4-BE49-F238E27FC236}">
                <a16:creationId xmlns:a16="http://schemas.microsoft.com/office/drawing/2014/main" id="{A8179FE9-88BD-4575-AB6A-52B21709730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6096000" y="34290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C05B3C56-3D35-4590-8A43-13204556376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225"/>
            <a:ext cx="12192000" cy="6559550"/>
          </a:xfrm>
          <a:prstGeom prst="rect">
            <a:avLst/>
          </a:prstGeom>
        </p:spPr>
      </p:pic>
      <p:sp>
        <p:nvSpPr>
          <p:cNvPr id="7" name="Seta: para Cima 6">
            <a:extLst>
              <a:ext uri="{FF2B5EF4-FFF2-40B4-BE49-F238E27FC236}">
                <a16:creationId xmlns:a16="http://schemas.microsoft.com/office/drawing/2014/main" id="{4B8C1FC3-AC1C-4BA0-86EA-6A24C1225D98}"/>
              </a:ext>
            </a:extLst>
          </p:cNvPr>
          <p:cNvSpPr/>
          <p:nvPr/>
        </p:nvSpPr>
        <p:spPr>
          <a:xfrm rot="1704102">
            <a:off x="-101952" y="2420257"/>
            <a:ext cx="2763999" cy="2322286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FFA2E1D6-A9C5-4D96-BEA2-F465A102FB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7760" y="1246930"/>
            <a:ext cx="6017419" cy="401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04643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, gerada com IA">
            <a:extLst>
              <a:ext uri="{FF2B5EF4-FFF2-40B4-BE49-F238E27FC236}">
                <a16:creationId xmlns:a16="http://schemas.microsoft.com/office/drawing/2014/main" id="{E49D8EC6-7A66-FC02-16C5-3E4E88946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8860264-2EA0-4320-8FFB-EAAB3C66D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225"/>
            <a:ext cx="12192000" cy="655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830474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, gerada com IA">
            <a:extLst>
              <a:ext uri="{FF2B5EF4-FFF2-40B4-BE49-F238E27FC236}">
                <a16:creationId xmlns:a16="http://schemas.microsoft.com/office/drawing/2014/main" id="{E49D8EC6-7A66-FC02-16C5-3E4E88946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68860264-2EA0-4320-8FFB-EAAB3C66D3A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225"/>
            <a:ext cx="12192000" cy="65595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C9FBFB4E-456F-4C6F-B4A5-402DACBDD46F}"/>
              </a:ext>
            </a:extLst>
          </p:cNvPr>
          <p:cNvSpPr/>
          <p:nvPr/>
        </p:nvSpPr>
        <p:spPr>
          <a:xfrm>
            <a:off x="3311165" y="1910443"/>
            <a:ext cx="5569670" cy="334191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/>
              <a:t>CRIE 3 PASTAS DE PRODUTOS</a:t>
            </a:r>
          </a:p>
          <a:p>
            <a:pPr algn="ctr"/>
            <a:r>
              <a:rPr lang="pt-BR" sz="2800" dirty="0"/>
              <a:t>SAPATO</a:t>
            </a:r>
            <a:br>
              <a:rPr lang="pt-BR" sz="2800" dirty="0"/>
            </a:br>
            <a:r>
              <a:rPr lang="pt-BR" sz="2800" dirty="0"/>
              <a:t>JAQUETA</a:t>
            </a:r>
            <a:br>
              <a:rPr lang="pt-BR" sz="2800" dirty="0"/>
            </a:br>
            <a:r>
              <a:rPr lang="pt-BR" sz="2800" dirty="0"/>
              <a:t>CALÇA </a:t>
            </a:r>
          </a:p>
        </p:txBody>
      </p:sp>
    </p:spTree>
    <p:extLst>
      <p:ext uri="{BB962C8B-B14F-4D97-AF65-F5344CB8AC3E}">
        <p14:creationId xmlns:p14="http://schemas.microsoft.com/office/powerpoint/2010/main" val="18364900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, gerada com IA">
            <a:extLst>
              <a:ext uri="{FF2B5EF4-FFF2-40B4-BE49-F238E27FC236}">
                <a16:creationId xmlns:a16="http://schemas.microsoft.com/office/drawing/2014/main" id="{E49D8EC6-7A66-FC02-16C5-3E4E88946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3B5DF267-3DAC-4810-B071-65168B626C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225"/>
            <a:ext cx="12192000" cy="6559550"/>
          </a:xfrm>
          <a:prstGeom prst="rect">
            <a:avLst/>
          </a:prstGeom>
        </p:spPr>
      </p:pic>
      <p:sp>
        <p:nvSpPr>
          <p:cNvPr id="5" name="Retângulo 4">
            <a:extLst>
              <a:ext uri="{FF2B5EF4-FFF2-40B4-BE49-F238E27FC236}">
                <a16:creationId xmlns:a16="http://schemas.microsoft.com/office/drawing/2014/main" id="{2F18AD29-1E51-453A-8500-F6347510E69B}"/>
              </a:ext>
            </a:extLst>
          </p:cNvPr>
          <p:cNvSpPr/>
          <p:nvPr/>
        </p:nvSpPr>
        <p:spPr>
          <a:xfrm>
            <a:off x="5618937" y="3013529"/>
            <a:ext cx="5569670" cy="334191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/>
              <a:t>SELECIONE</a:t>
            </a:r>
            <a:br>
              <a:rPr lang="pt-BR" sz="2800" dirty="0"/>
            </a:br>
            <a:r>
              <a:rPr lang="pt-BR" sz="2800" dirty="0"/>
              <a:t>JAQUETA</a:t>
            </a:r>
            <a:br>
              <a:rPr lang="pt-BR" sz="2800" dirty="0"/>
            </a:br>
            <a:r>
              <a:rPr lang="pt-BR" sz="2800" dirty="0"/>
              <a:t>APAGUE USANDO DELETE</a:t>
            </a:r>
          </a:p>
        </p:txBody>
      </p:sp>
    </p:spTree>
    <p:extLst>
      <p:ext uri="{BB962C8B-B14F-4D97-AF65-F5344CB8AC3E}">
        <p14:creationId xmlns:p14="http://schemas.microsoft.com/office/powerpoint/2010/main" val="66958888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, gerada com IA">
            <a:extLst>
              <a:ext uri="{FF2B5EF4-FFF2-40B4-BE49-F238E27FC236}">
                <a16:creationId xmlns:a16="http://schemas.microsoft.com/office/drawing/2014/main" id="{E49D8EC6-7A66-FC02-16C5-3E4E88946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A8B191C1-1BAD-41DE-8475-E819B2FBF2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9225"/>
            <a:ext cx="12192000" cy="65595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00665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, gerada com IA">
            <a:extLst>
              <a:ext uri="{FF2B5EF4-FFF2-40B4-BE49-F238E27FC236}">
                <a16:creationId xmlns:a16="http://schemas.microsoft.com/office/drawing/2014/main" id="{E49D8EC6-7A66-FC02-16C5-3E4E88946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561B3F12-71DB-4116-9BB1-A203F7D9F24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41628"/>
            <a:ext cx="12192000" cy="6574744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CCC6A9CE-A2A3-4144-A835-5155DF2541EE}"/>
              </a:ext>
            </a:extLst>
          </p:cNvPr>
          <p:cNvSpPr/>
          <p:nvPr/>
        </p:nvSpPr>
        <p:spPr>
          <a:xfrm>
            <a:off x="5618937" y="3013529"/>
            <a:ext cx="5569670" cy="334191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/>
              <a:t>PARA RECUPERAR A PASTA BASTA IR EM LIXEIRA</a:t>
            </a:r>
          </a:p>
        </p:txBody>
      </p:sp>
      <p:sp>
        <p:nvSpPr>
          <p:cNvPr id="6" name="Seta: para Cima 5">
            <a:extLst>
              <a:ext uri="{FF2B5EF4-FFF2-40B4-BE49-F238E27FC236}">
                <a16:creationId xmlns:a16="http://schemas.microsoft.com/office/drawing/2014/main" id="{3575B719-56B6-4C48-B458-9570CBA92DEA}"/>
              </a:ext>
            </a:extLst>
          </p:cNvPr>
          <p:cNvSpPr/>
          <p:nvPr/>
        </p:nvSpPr>
        <p:spPr>
          <a:xfrm rot="7065605">
            <a:off x="-8352" y="51948"/>
            <a:ext cx="1186223" cy="1016851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Seta: para Cima 6">
            <a:extLst>
              <a:ext uri="{FF2B5EF4-FFF2-40B4-BE49-F238E27FC236}">
                <a16:creationId xmlns:a16="http://schemas.microsoft.com/office/drawing/2014/main" id="{EBA2B3A8-B848-4817-A471-DBB3A75DC6FF}"/>
              </a:ext>
            </a:extLst>
          </p:cNvPr>
          <p:cNvSpPr/>
          <p:nvPr/>
        </p:nvSpPr>
        <p:spPr>
          <a:xfrm rot="15806213">
            <a:off x="1776285" y="914598"/>
            <a:ext cx="2763999" cy="2322286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03165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D38B017E-B620-43CA-BD33-8B29DBB09D3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932"/>
            <a:ext cx="12192000" cy="6556135"/>
          </a:xfrm>
          <a:prstGeom prst="rect">
            <a:avLst/>
          </a:prstGeom>
        </p:spPr>
      </p:pic>
      <p:sp>
        <p:nvSpPr>
          <p:cNvPr id="2" name="AutoShape 2" descr=", gerada com IA">
            <a:extLst>
              <a:ext uri="{FF2B5EF4-FFF2-40B4-BE49-F238E27FC236}">
                <a16:creationId xmlns:a16="http://schemas.microsoft.com/office/drawing/2014/main" id="{E49D8EC6-7A66-FC02-16C5-3E4E88946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7" name="Seta: para Cima 6">
            <a:extLst>
              <a:ext uri="{FF2B5EF4-FFF2-40B4-BE49-F238E27FC236}">
                <a16:creationId xmlns:a16="http://schemas.microsoft.com/office/drawing/2014/main" id="{EBA2B3A8-B848-4817-A471-DBB3A75DC6FF}"/>
              </a:ext>
            </a:extLst>
          </p:cNvPr>
          <p:cNvSpPr/>
          <p:nvPr/>
        </p:nvSpPr>
        <p:spPr>
          <a:xfrm rot="15806213">
            <a:off x="2370173" y="-28082"/>
            <a:ext cx="2763999" cy="2322286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9" name="Imagem 8">
            <a:extLst>
              <a:ext uri="{FF2B5EF4-FFF2-40B4-BE49-F238E27FC236}">
                <a16:creationId xmlns:a16="http://schemas.microsoft.com/office/drawing/2014/main" id="{ED833C66-7D1B-4B02-964F-F38879EF94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65824" y="1817802"/>
            <a:ext cx="6631489" cy="44227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685651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, gerada com IA">
            <a:extLst>
              <a:ext uri="{FF2B5EF4-FFF2-40B4-BE49-F238E27FC236}">
                <a16:creationId xmlns:a16="http://schemas.microsoft.com/office/drawing/2014/main" id="{E49D8EC6-7A66-FC02-16C5-3E4E88946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D741F6E2-D570-49A3-865F-945D9F8A1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76736"/>
            <a:ext cx="12192000" cy="6504528"/>
          </a:xfrm>
          <a:prstGeom prst="rect">
            <a:avLst/>
          </a:prstGeom>
        </p:spPr>
      </p:pic>
      <p:sp>
        <p:nvSpPr>
          <p:cNvPr id="8" name="Seta: para Cima 7">
            <a:extLst>
              <a:ext uri="{FF2B5EF4-FFF2-40B4-BE49-F238E27FC236}">
                <a16:creationId xmlns:a16="http://schemas.microsoft.com/office/drawing/2014/main" id="{A153D569-F99C-40B2-9143-5FB3B36071E5}"/>
              </a:ext>
            </a:extLst>
          </p:cNvPr>
          <p:cNvSpPr/>
          <p:nvPr/>
        </p:nvSpPr>
        <p:spPr>
          <a:xfrm rot="15806213">
            <a:off x="2134502" y="113319"/>
            <a:ext cx="2763999" cy="2322286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464989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, gerada com IA">
            <a:extLst>
              <a:ext uri="{FF2B5EF4-FFF2-40B4-BE49-F238E27FC236}">
                <a16:creationId xmlns:a16="http://schemas.microsoft.com/office/drawing/2014/main" id="{E49D8EC6-7A66-FC02-16C5-3E4E88946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CD5A91D-EBF9-4E4E-A7E2-7969FEF9C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55955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1F6F648-036A-4B1C-BC7A-5ED03F716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0932"/>
            <a:ext cx="12192000" cy="6556135"/>
          </a:xfrm>
          <a:prstGeom prst="rect">
            <a:avLst/>
          </a:prstGeom>
        </p:spPr>
      </p:pic>
      <p:sp>
        <p:nvSpPr>
          <p:cNvPr id="6" name="Seta: para Cima 5">
            <a:extLst>
              <a:ext uri="{FF2B5EF4-FFF2-40B4-BE49-F238E27FC236}">
                <a16:creationId xmlns:a16="http://schemas.microsoft.com/office/drawing/2014/main" id="{BA08BAAA-2916-43C6-A92E-D10F1BABD482}"/>
              </a:ext>
            </a:extLst>
          </p:cNvPr>
          <p:cNvSpPr/>
          <p:nvPr/>
        </p:nvSpPr>
        <p:spPr>
          <a:xfrm rot="15806213">
            <a:off x="541374" y="273575"/>
            <a:ext cx="2763999" cy="2322286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697254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, gerada com IA">
            <a:extLst>
              <a:ext uri="{FF2B5EF4-FFF2-40B4-BE49-F238E27FC236}">
                <a16:creationId xmlns:a16="http://schemas.microsoft.com/office/drawing/2014/main" id="{E49D8EC6-7A66-FC02-16C5-3E4E88946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54E6CD01-1AB1-4D21-9150-7A90E387F8A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932"/>
            <a:ext cx="12192000" cy="6556135"/>
          </a:xfrm>
          <a:prstGeom prst="rect">
            <a:avLst/>
          </a:prstGeom>
        </p:spPr>
      </p:pic>
      <p:sp>
        <p:nvSpPr>
          <p:cNvPr id="6" name="Seta: para Cima 5">
            <a:extLst>
              <a:ext uri="{FF2B5EF4-FFF2-40B4-BE49-F238E27FC236}">
                <a16:creationId xmlns:a16="http://schemas.microsoft.com/office/drawing/2014/main" id="{3E8D98DD-5276-42CF-999D-73F08D4BD286}"/>
              </a:ext>
            </a:extLst>
          </p:cNvPr>
          <p:cNvSpPr/>
          <p:nvPr/>
        </p:nvSpPr>
        <p:spPr>
          <a:xfrm rot="15806213">
            <a:off x="2436163" y="990012"/>
            <a:ext cx="2763999" cy="2322286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D1986560-0F22-4B6C-8036-706564398F9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7760" y="1246930"/>
            <a:ext cx="6017419" cy="401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69478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, gerada com IA">
            <a:extLst>
              <a:ext uri="{FF2B5EF4-FFF2-40B4-BE49-F238E27FC236}">
                <a16:creationId xmlns:a16="http://schemas.microsoft.com/office/drawing/2014/main" id="{E49D8EC6-7A66-FC02-16C5-3E4E88946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1DE7F73-8190-423F-B244-05996E4FD4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932"/>
            <a:ext cx="12192000" cy="6556135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B81CB14D-6D72-4EDE-BFD0-1B7E850E3A6A}"/>
              </a:ext>
            </a:extLst>
          </p:cNvPr>
          <p:cNvSpPr/>
          <p:nvPr/>
        </p:nvSpPr>
        <p:spPr>
          <a:xfrm>
            <a:off x="5571803" y="2853274"/>
            <a:ext cx="5569670" cy="334191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/>
              <a:t>PASTA FOI DEVOLVIDA AO LOCAL DE ORIGEM</a:t>
            </a:r>
          </a:p>
        </p:txBody>
      </p:sp>
    </p:spTree>
    <p:extLst>
      <p:ext uri="{BB962C8B-B14F-4D97-AF65-F5344CB8AC3E}">
        <p14:creationId xmlns:p14="http://schemas.microsoft.com/office/powerpoint/2010/main" val="668914337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, gerada com IA">
            <a:extLst>
              <a:ext uri="{FF2B5EF4-FFF2-40B4-BE49-F238E27FC236}">
                <a16:creationId xmlns:a16="http://schemas.microsoft.com/office/drawing/2014/main" id="{E49D8EC6-7A66-FC02-16C5-3E4E88946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CD5A91D-EBF9-4E4E-A7E2-7969FEF9C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559550"/>
          </a:xfrm>
          <a:prstGeom prst="rect">
            <a:avLst/>
          </a:prstGeom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91F6F648-036A-4B1C-BC7A-5ED03F7166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50932"/>
            <a:ext cx="12192000" cy="6556135"/>
          </a:xfrm>
          <a:prstGeom prst="rect">
            <a:avLst/>
          </a:prstGeom>
        </p:spPr>
      </p:pic>
      <p:sp>
        <p:nvSpPr>
          <p:cNvPr id="6" name="Seta: para Cima 5">
            <a:extLst>
              <a:ext uri="{FF2B5EF4-FFF2-40B4-BE49-F238E27FC236}">
                <a16:creationId xmlns:a16="http://schemas.microsoft.com/office/drawing/2014/main" id="{BA08BAAA-2916-43C6-A92E-D10F1BABD482}"/>
              </a:ext>
            </a:extLst>
          </p:cNvPr>
          <p:cNvSpPr/>
          <p:nvPr/>
        </p:nvSpPr>
        <p:spPr>
          <a:xfrm rot="15806213">
            <a:off x="560226" y="495447"/>
            <a:ext cx="2763999" cy="2322286"/>
          </a:xfrm>
          <a:prstGeom prst="upArrow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1125230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, gerada com IA">
            <a:extLst>
              <a:ext uri="{FF2B5EF4-FFF2-40B4-BE49-F238E27FC236}">
                <a16:creationId xmlns:a16="http://schemas.microsoft.com/office/drawing/2014/main" id="{E49D8EC6-7A66-FC02-16C5-3E4E88946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ECD5A91D-EBF9-4E4E-A7E2-7969FEF9C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559550"/>
          </a:xfrm>
          <a:prstGeom prst="rect">
            <a:avLst/>
          </a:prstGeom>
        </p:spPr>
      </p:pic>
      <p:sp>
        <p:nvSpPr>
          <p:cNvPr id="4" name="Retângulo 3">
            <a:extLst>
              <a:ext uri="{FF2B5EF4-FFF2-40B4-BE49-F238E27FC236}">
                <a16:creationId xmlns:a16="http://schemas.microsoft.com/office/drawing/2014/main" id="{C90DDB50-8D91-4206-9897-56BBE831D5D9}"/>
              </a:ext>
            </a:extLst>
          </p:cNvPr>
          <p:cNvSpPr/>
          <p:nvPr/>
        </p:nvSpPr>
        <p:spPr>
          <a:xfrm>
            <a:off x="5618937" y="3013529"/>
            <a:ext cx="5569670" cy="3341913"/>
          </a:xfrm>
          <a:prstGeom prst="rect">
            <a:avLst/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2800" dirty="0"/>
              <a:t>PASTA PADRÃO DE ONDE SÃO SALVO ARQUIVOS DA INTERNET</a:t>
            </a:r>
          </a:p>
        </p:txBody>
      </p:sp>
    </p:spTree>
    <p:extLst>
      <p:ext uri="{BB962C8B-B14F-4D97-AF65-F5344CB8AC3E}">
        <p14:creationId xmlns:p14="http://schemas.microsoft.com/office/powerpoint/2010/main" val="116200840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tângulo 10">
            <a:extLst>
              <a:ext uri="{FF2B5EF4-FFF2-40B4-BE49-F238E27FC236}">
                <a16:creationId xmlns:a16="http://schemas.microsoft.com/office/drawing/2014/main" id="{23562F5A-1437-4D30-8780-619DCEF31E5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" name="AutoShape 2" descr=", gerada com IA">
            <a:extLst>
              <a:ext uri="{FF2B5EF4-FFF2-40B4-BE49-F238E27FC236}">
                <a16:creationId xmlns:a16="http://schemas.microsoft.com/office/drawing/2014/main" id="{E49D8EC6-7A66-FC02-16C5-3E4E8894620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FC0CDAF4-F20F-42E3-BB34-DA38B4CDFA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0418164" cy="6858000"/>
          </a:xfrm>
          <a:prstGeom prst="rect">
            <a:avLst/>
          </a:prstGeom>
        </p:spPr>
      </p:pic>
      <p:sp>
        <p:nvSpPr>
          <p:cNvPr id="8" name="Retângulo 7">
            <a:extLst>
              <a:ext uri="{FF2B5EF4-FFF2-40B4-BE49-F238E27FC236}">
                <a16:creationId xmlns:a16="http://schemas.microsoft.com/office/drawing/2014/main" id="{B4889037-D4C6-434F-AA3B-16C0CC30491A}"/>
              </a:ext>
            </a:extLst>
          </p:cNvPr>
          <p:cNvSpPr/>
          <p:nvPr/>
        </p:nvSpPr>
        <p:spPr>
          <a:xfrm>
            <a:off x="7698351" y="823742"/>
            <a:ext cx="3709163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6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COPIA</a:t>
            </a:r>
          </a:p>
        </p:txBody>
      </p:sp>
      <p:sp>
        <p:nvSpPr>
          <p:cNvPr id="9" name="Retângulo 8">
            <a:extLst>
              <a:ext uri="{FF2B5EF4-FFF2-40B4-BE49-F238E27FC236}">
                <a16:creationId xmlns:a16="http://schemas.microsoft.com/office/drawing/2014/main" id="{F2A8B501-64CF-4122-97CB-9580F5DC8149}"/>
              </a:ext>
            </a:extLst>
          </p:cNvPr>
          <p:cNvSpPr/>
          <p:nvPr/>
        </p:nvSpPr>
        <p:spPr>
          <a:xfrm>
            <a:off x="7580928" y="2875002"/>
            <a:ext cx="3709163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6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COLA</a:t>
            </a:r>
          </a:p>
        </p:txBody>
      </p:sp>
      <p:sp>
        <p:nvSpPr>
          <p:cNvPr id="10" name="Retângulo 9">
            <a:extLst>
              <a:ext uri="{FF2B5EF4-FFF2-40B4-BE49-F238E27FC236}">
                <a16:creationId xmlns:a16="http://schemas.microsoft.com/office/drawing/2014/main" id="{C7703E55-BBE0-47EA-A30C-D618D4EF7045}"/>
              </a:ext>
            </a:extLst>
          </p:cNvPr>
          <p:cNvSpPr/>
          <p:nvPr/>
        </p:nvSpPr>
        <p:spPr>
          <a:xfrm>
            <a:off x="7580928" y="4913216"/>
            <a:ext cx="4321262" cy="110799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algn="ctr"/>
            <a:r>
              <a:rPr lang="pt-BR" sz="6600" b="1" dirty="0">
                <a:ln w="9525">
                  <a:solidFill>
                    <a:schemeClr val="bg1"/>
                  </a:solidFill>
                  <a:prstDash val="solid"/>
                </a:ln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DESFAZER</a:t>
            </a:r>
          </a:p>
        </p:txBody>
      </p:sp>
    </p:spTree>
    <p:extLst>
      <p:ext uri="{BB962C8B-B14F-4D97-AF65-F5344CB8AC3E}">
        <p14:creationId xmlns:p14="http://schemas.microsoft.com/office/powerpoint/2010/main" val="3709369860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8490F7B9-50A3-4D3A-909C-FFEC9448CC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03909"/>
            <a:ext cx="12192000" cy="6650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51605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E8132E7F-2169-4D51-BFCE-78FEC05242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4" y="0"/>
            <a:ext cx="12183545" cy="6858000"/>
          </a:xfrm>
          <a:prstGeom prst="rect">
            <a:avLst/>
          </a:prstGeom>
        </p:spPr>
      </p:pic>
      <p:pic>
        <p:nvPicPr>
          <p:cNvPr id="3074" name="Picture 2" descr="CTRL C CTRL V | Amazon.com.br">
            <a:extLst>
              <a:ext uri="{FF2B5EF4-FFF2-40B4-BE49-F238E27FC236}">
                <a16:creationId xmlns:a16="http://schemas.microsoft.com/office/drawing/2014/main" id="{DCBF20A0-AB5E-417F-957D-E71C4CCEA2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71726" y="3983262"/>
            <a:ext cx="2080354" cy="2718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7172835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4A1B1915-96A9-4165-9AD9-F202E341BC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50932"/>
            <a:ext cx="12192000" cy="6556135"/>
          </a:xfrm>
          <a:prstGeom prst="rect">
            <a:avLst/>
          </a:prstGeom>
        </p:spPr>
      </p:pic>
      <p:pic>
        <p:nvPicPr>
          <p:cNvPr id="4098" name="Picture 2" descr="Keys Ctrl Z Computer Buttons Undo: ilustrações stock 2561579061 | Shutterstock">
            <a:extLst>
              <a:ext uri="{FF2B5EF4-FFF2-40B4-BE49-F238E27FC236}">
                <a16:creationId xmlns:a16="http://schemas.microsoft.com/office/drawing/2014/main" id="{D6951EDC-9350-4365-9BF9-AAB7A8E2DC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1616"/>
          <a:stretch/>
        </p:blipFill>
        <p:spPr bwMode="auto">
          <a:xfrm>
            <a:off x="2782315" y="3307975"/>
            <a:ext cx="6627370" cy="35500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933893420"/>
      </p:ext>
    </p:extLst>
  </p:cSld>
  <p:clrMapOvr>
    <a:masterClrMapping/>
  </p:clrMapOvr>
</p:sld>
</file>

<file path=ppt/theme/theme1.xml><?xml version="1.0" encoding="utf-8"?>
<a:theme xmlns:a="http://schemas.openxmlformats.org/drawingml/2006/main" name="Fatia">
  <a:themeElements>
    <a:clrScheme name="Fatia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Fatia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atia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643</TotalTime>
  <Words>75</Words>
  <Application>Microsoft Office PowerPoint</Application>
  <PresentationFormat>Widescreen</PresentationFormat>
  <Paragraphs>18</Paragraphs>
  <Slides>28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28</vt:i4>
      </vt:variant>
    </vt:vector>
  </HeadingPairs>
  <TitlesOfParts>
    <vt:vector size="33" baseType="lpstr">
      <vt:lpstr>Aptos</vt:lpstr>
      <vt:lpstr>Arial</vt:lpstr>
      <vt:lpstr>Century Gothic</vt:lpstr>
      <vt:lpstr>Wingdings 3</vt:lpstr>
      <vt:lpstr>Fatia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Luiz Fernando Brogliatto Ferreira</dc:creator>
  <cp:lastModifiedBy>Luiz Fernando Brogliatto Ferreira</cp:lastModifiedBy>
  <cp:revision>36</cp:revision>
  <dcterms:created xsi:type="dcterms:W3CDTF">2026-10-21T13:01:14Z</dcterms:created>
  <dcterms:modified xsi:type="dcterms:W3CDTF">2026-10-22T13:33:27Z</dcterms:modified>
</cp:coreProperties>
</file>