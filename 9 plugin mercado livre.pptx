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3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8ED"/>
    <a:srgbClr val="E6ECF6"/>
    <a:srgbClr val="FFCB01"/>
    <a:srgbClr val="FD3833"/>
    <a:srgbClr val="97928C"/>
    <a:srgbClr val="FE6921"/>
    <a:srgbClr val="98938D"/>
    <a:srgbClr val="0F5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89783" autoAdjust="0"/>
  </p:normalViewPr>
  <p:slideViewPr>
    <p:cSldViewPr snapToGrid="0">
      <p:cViewPr varScale="1">
        <p:scale>
          <a:sx n="77" d="100"/>
          <a:sy n="77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EAA32-54E9-4F84-AE68-4BE2D2DF4A8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00C56-C94C-4534-9FE0-BCB560865C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Apresentacao do Modulo 9: Plugin Mercado Livre &amp; Gateway Mercado Pago. Explicar a importancia estrategica de unificar vendas no marketplace com a loja propria.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os 3 pilares da estrategia omnichannel: Loja Virtual com controle total, Mercado Pago como processador confiavel e Mercado Livre como fonte massiva de novos clientes.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a diferenca de funcoes entre Mercado Pago (transacoes financeiras e checkout) e Mercado Livre (catalogo e anuncios no marketplace).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Guiar os alunos na instalacao do plugin oficial 'Mercado Pago payments for WooCommerce' pelo repositorio oficial do WordPress.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Demonstrar o acesso ao Portal de Desenvolvedores do Mercado Pago (mercadopago.com.br/developers) e a criacao de uma nova aplicacao.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Ensinar a diferenca crucial entre a Public Key (visivel publicamente no checkout) e o Access Token (chave secreta confidencial do servidor).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a diferenca entre o Modo Sandbox (credenciais TEST- com cartoes virtuais) e o Modo Producao (credenciais APP_USR- para transacoes reais).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a tela de configuracao no WooCommerce onde o aluno deve colar as chaves obtidas e validar a conexao.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Configuracao detalhada do Checkout Pix Transparente: tempo de expiracao do QR Code, chave Pix e funcionamento do webhook IPN de retorno instantaneo.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Configuracao de Cartao de Credito: numero de parcelas, parcelas sem juros vs juros repassados e analise automatica do sistema antifraude.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Instalacao do plugin integrador do Mercado Livre e autorizacao da conta de vendedor via OAuth 2.0 segura.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Demonstrar a importancia do Mapeamento de Categorias: se uma camiseta for publicada na categoria errada do Mercado Livre, o anuncio perde visibilidade ou e rejeitado.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a sincronizacao de estoque bidirecional e como configurar regras de precos diferentes para cobrir as comissoes do marketplace mantendo a loja propria mais competitiva.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a tela unificada de Pedidos no WooCommerce, onde as vendas da loja e do Mercado Livre sao visualizadas no mesmo lugar.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final de homologacao de pagamentos e introducao do Modulo 10: Integracao de Frete e Logistica.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59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80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43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67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96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39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2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7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41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75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52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61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68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9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8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17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55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9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9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9_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9_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9_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9_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9_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9_slid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9_slid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9_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9_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9_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9_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9_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9_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553</TotalTime>
  <Words>33</Words>
  <Application>Microsoft Office PowerPoint</Application>
  <PresentationFormat>Widescreen</PresentationFormat>
  <Paragraphs>33</Paragraphs>
  <Slides>34</Slides>
  <Notes>33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8" baseType="lpstr">
      <vt:lpstr>Aptos</vt:lpstr>
      <vt:lpstr>Century Gothic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Fernando Brogliatto Ferreira</dc:creator>
  <cp:lastModifiedBy>Luiz Fernando Brogliatto Ferreira</cp:lastModifiedBy>
  <cp:revision>26</cp:revision>
  <dcterms:created xsi:type="dcterms:W3CDTF">2026-10-21T13:01:14Z</dcterms:created>
  <dcterms:modified xsi:type="dcterms:W3CDTF">2026-10-22T02:19:01Z</dcterms:modified>
</cp:coreProperties>
</file>