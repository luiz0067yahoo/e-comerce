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[AULA E-COMMERCE - MODULO 10 - SLIDE 1]</a:t>
            </a:r>
          </a:p>
          <a:p>
            <a:r>
              <a:t>Abertura do Modulo 10: Integracao de Frete e Logistica no WooCommerce. Apresentar o papel critico do frete no e-commerce brasileiro e os topicos que serao abordados na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[AULA E-COMMERCE - MODULO 10 - SLIDE 2]</a:t>
            </a:r>
          </a:p>
          <a:p>
            <a:r>
              <a:t>Panorama de Logistica: Explicar aos alunos que frete caro e prazo longo sao responsaveis por 66% dos abandonos de carrinho. Destacar a importancia de sempre oferecer uma opcao economica e uma expressa.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[AULA E-COMMERCE - MODULO 10 - SLIDE 3]</a:t>
            </a:r>
          </a:p>
          <a:p>
            <a:r>
              <a:t>Conceitos Basicos do WooCommerce: Detalhar a diferenca entre Areas de Entrega (geografia), Metodos de Envio (como sera entregue) e Classes de Entrega (tipos de produto volumoso/pequeno).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[AULA E-COMMERCE - MODULO 10 - SLIDE 4]</a:t>
            </a:r>
          </a:p>
          <a:p>
            <a:r>
              <a:t>Cubagem e Dimensoes: Explicar a formula oficial (C x L x A / 6000). Demonstrar com o exemplo pratico do travesseiro o enorme prejuizo que acontece quando a loja nao cadastra dimensoes.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[AULA E-COMMERCE - MODULO 10 - SLIDE 5]</a:t>
            </a:r>
          </a:p>
          <a:p>
            <a:r>
              <a:t>Areas de Entrega Nativas: Navegar pelo painel WordPress &gt; WooCommerce &gt; Configuracoes &gt; Entrega. Explicar como criar zonas por estado e faixas de CEP especificas.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[AULA E-COMMERCE - MODULO 10 - SLIDE 6]</a:t>
            </a:r>
          </a:p>
          <a:p>
            <a:r>
              <a:t>Metodos Nativos: Ensinar a configuracao de Taxa Fixa, as 4 regras de ativacao do Frete Gratis (valor minimo no carrinho) e a Retirada no Local sem custos.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[AULA E-COMMERCE - MODULO 10 - SLIDE 7]</a:t>
            </a:r>
          </a:p>
          <a:p>
            <a:r>
              <a:t>Comparativo Correios x Agregadores: Mostrar aos alunos porque o Melhor Envio e a melhor opcao para pequenas e medias lojas (descontos de 80%, sem contrato nem mensalidade, varias transportadoras).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[AULA E-COMMERCE - MODULO 10 - SLIDE 8]</a:t>
            </a:r>
          </a:p>
          <a:p>
            <a:r>
              <a:t>Instalacao do Plugin Melhor Envio: Demonstrar a busca na aba Plugins &gt; Adicionar Novo e a ativacao do plugin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[AULA E-COMMERCE - MODULO 10 - SLIDE 9]</a:t>
            </a:r>
          </a:p>
          <a:p>
            <a:r>
              <a:t>Autenticacao e Token: Explicar o que e um Token JWT, como gera-lo no painel do Melhor Envio e como colar no WooCommerce configurando o CEP de postagem.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[AULA E-COMMERCE - MODULO 10 - SLIDE 10]</a:t>
            </a:r>
          </a:p>
          <a:p>
            <a:r>
              <a:t>Selecao de Transportadoras: Apresentar as vantagens de cada parceiro (PAC, SEDEX, Jadlog Package, Jadlog .Com, Loggi e Azul Cargo).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[AULA E-COMMERCE - MODULO 10 - SLIDE 11]</a:t>
            </a:r>
          </a:p>
          <a:p>
            <a:r>
              <a:t>Lead Time e Margem: Ensinar os alunos a adicionar 1 a 2 dias uteis no prazo exibido para dar tempo de separar e embalar a encomenda, alem de margem para custear a caixa de papelao.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[AULA E-COMMERCE - MODULO 10 - SLIDE 12]</a:t>
            </a:r>
          </a:p>
          <a:p>
            <a:r>
              <a:t>Simulador de Frete na Pagina do Produto: Apresentar o beneficio de permitir o calculo antecipado de frete antes do carrinho para evitar surpresas no checkout.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[AULA E-COMMERCE - MODULO 10 - SLIDE 13]</a:t>
            </a:r>
          </a:p>
          <a:p>
            <a:r>
              <a:t>Validacao e Testes: Roteiro pratico de testes simulando CEPs locais, interestaduais e do interior, alem de solucionar problemas comuns de calculo zerado.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[AULA E-COMMERCE - MODULO 10 - SLIDE 14]</a:t>
            </a:r>
          </a:p>
          <a:p>
            <a:r>
              <a:t>Rotina de Expedicao: Do pedido pago no WooCommerce a emissao da etiqueta no Melhor Envio, embalagem do pacote e despacho na agencia dos Correios ou Jadlog.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[AULA E-COMMERCE - MODULO 10 - SLIDE 15]</a:t>
            </a:r>
          </a:p>
          <a:p>
            <a:r>
              <a:t>Checklist Final: Revisao dos 8 pontos criticos para garantir que a loja esta 100% pronta para calcular fretes e enviar produtos.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10_slid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10_slid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10_slid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10_slid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10_sl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10_slid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10_slid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10_slide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10_slid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10_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10_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10_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10_slid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10_slid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mod10_slid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