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[AULA E-COMMERCE - MODULO 12 - SLIDE 1]</a:t>
            </a:r>
          </a:p>
          <a:p>
            <a:r>
              <a:t>Abertura do Modulo 12: Simulacao Completa de Compra e Gestao de Pedidos. Apresentar os objetivos finais: percorrer o fluxo completo do ponto de vista do comprador e ensinar o lojista a gerenciar pedidos no painel.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[AULA E-COMMERCE - MODULO 12 - SLIDE 2]</a:t>
            </a:r>
          </a:p>
          <a:p>
            <a:r>
              <a:t>O Funil de Vendas: Explicar as 6 etapas do funil de conversao no e-commerce (Vitrine, Produto, Carrinho, Checkout, Conclusao e Pos-Venda).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[AULA E-COMMERCE - MODULO 12 - SLIDE 3]</a:t>
            </a:r>
          </a:p>
          <a:p>
            <a:r>
              <a:t>Etapa 1: A Vitrine: Ensinar a importancia de filtros laterais funcionais (preco, tamanho, cor), busca interna e tempo de carregamento rapido.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[AULA E-COMMERCE - MODULO 12 - SLIDE 4]</a:t>
            </a:r>
          </a:p>
          <a:p>
            <a:r>
              <a:t>Etapa 2: A Pagina do Produto: Demonstrar a selecao de variacoes (cor/tamanho), a troca automatica de foto e o feedback visual de adicao ao carrinho.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[AULA E-COMMERCE - MODULO 12 - SLIDE 5]</a:t>
            </a:r>
          </a:p>
          <a:p>
            <a:r>
              <a:t>Etapa 3: O Carrinho de Compras: Explicar o funcionamento de cupons de desconto, alteracao de quantidade e incentivo de frete gratis.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[AULA E-COMMERCE - MODULO 12 - SLIDE 6]</a:t>
            </a:r>
          </a:p>
          <a:p>
            <a:r>
              <a:t>Etapa 4: O Checkout de Alta Conversao: Ensinar as boas praticas de formulario simples, autocompletar de endereco via CEP e obrigatoriedade do CPF para Nota Fiscal.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[AULA E-COMMERCE - MODULO 12 - SLIDE 7]</a:t>
            </a:r>
          </a:p>
          <a:p>
            <a:r>
              <a:t>Etapa 5: Selecao de Frete no Checkout: Mostrar a atualizacao em tempo real dos valores de frete via AJAX e o recalculo do total do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[AULA E-COMMERCE - MODULO 12 - SLIDE 8]</a:t>
            </a:r>
          </a:p>
          <a:p>
            <a:r>
              <a:t>Etapa 6: Pagamento via Pix: Apresentar o QR Code dinamico, Pix Copia e Cola, tempo limite e confirmacao automatica via WebHook do Mercado Pago.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[AULA E-COMMERCE - MODULO 12 - SLIDE 9]</a:t>
            </a:r>
          </a:p>
          <a:p>
            <a:r>
              <a:t>Etapa 7: Pagamento com Cartao: Explicar a tokenizacao segura, parcelamento com juros pelo gateway e protecao antifraude integrada.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[AULA E-COMMERCE - MODULO 12 - SLIDE 10]</a:t>
            </a:r>
          </a:p>
          <a:p>
            <a:r>
              <a:t>Etapa 8: Tela de Confirmacao: Apresentar a pagina de pedido recebido (Thank You Page), numero do pedido e canal de suporte.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[AULA E-COMMERCE - MODULO 12 - SLIDE 11]</a:t>
            </a:r>
          </a:p>
          <a:p>
            <a:r>
              <a:t>Etapa 9: Emails Automaticos: Detalhar os 6 tipos de emails transacionais disparados pelo WooCommerce para o cliente e lojista.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[AULA E-COMMERCE - MODULO 12 - SLIDE 12]</a:t>
            </a:r>
          </a:p>
          <a:p>
            <a:r>
              <a:t>Visao do Lojista: O Painel de Pedidos: Navegar em WooCommerce &gt; Pedidos e explicar os status (Pendente, Processando, Concluido, Cancelado).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[AULA E-COMMERCE - MODULO 12 - SLIDE 13]</a:t>
            </a:r>
          </a:p>
          <a:p>
            <a:r>
              <a:t>Expedicao e Rastreio: Roteiro pratico de separacao, impressao de etiquetas no Melhor Envio, despacho nos Correios e envio do rastreio ao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[AULA E-COMMERCE - MODULO 12 - SLIDE 14]</a:t>
            </a:r>
          </a:p>
          <a:p>
            <a:r>
              <a:t>Recuperacao de Vendas: Tecnicas de resgate de Pix pendente e carrinhos abandonados via WhatsApp e sequencia de emails.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[AULA E-COMMERCE - MODULO 12 - SLIDE 15]</a:t>
            </a:r>
          </a:p>
          <a:p>
            <a:r>
              <a:t>Conclusao do Curso: Revisao geral de todos os modulos integrados (WordPress, WooCommerce, Mercado Livre, Frete, Catalogo e Checkout) comemorando a conclusao da loja virtual.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12_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12_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12_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12_slid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12_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12_slid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12_slid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12_slid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12_slid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12_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12_sli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12_sli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12_slid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12_slid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d12_slid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