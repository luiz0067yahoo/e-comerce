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322" r:id="rId2"/>
    <p:sldId id="323" r:id="rId3"/>
    <p:sldId id="324" r:id="rId4"/>
    <p:sldId id="325" r:id="rId5"/>
    <p:sldId id="326" r:id="rId6"/>
    <p:sldId id="327" r:id="rId7"/>
    <p:sldId id="328" r:id="rId8"/>
    <p:sldId id="329" r:id="rId9"/>
    <p:sldId id="330" r:id="rId10"/>
    <p:sldId id="332" r:id="rId11"/>
    <p:sldId id="333" r:id="rId12"/>
    <p:sldId id="331" r:id="rId13"/>
    <p:sldId id="335" r:id="rId14"/>
    <p:sldId id="33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86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6994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65457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55988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47716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63029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68185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50215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99414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118863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536741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28842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890104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581316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80805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88917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56821BE-3E35-15A7-63DF-8D59721AC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490BA9FA-5169-EA2F-4CEC-C49AD179C573}"/>
              </a:ext>
            </a:extLst>
          </p:cNvPr>
          <p:cNvSpPr/>
          <p:nvPr/>
        </p:nvSpPr>
        <p:spPr>
          <a:xfrm rot="7644991">
            <a:off x="989876" y="795643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384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922F121-9A90-4DAD-B4D3-1AD71F3D3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eta: para Baixo 1">
            <a:extLst>
              <a:ext uri="{FF2B5EF4-FFF2-40B4-BE49-F238E27FC236}">
                <a16:creationId xmlns:a16="http://schemas.microsoft.com/office/drawing/2014/main" id="{74DECB96-C08A-46D4-3B31-A99226124757}"/>
              </a:ext>
            </a:extLst>
          </p:cNvPr>
          <p:cNvSpPr/>
          <p:nvPr/>
        </p:nvSpPr>
        <p:spPr>
          <a:xfrm rot="10606554">
            <a:off x="7332061" y="490844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375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BE289DE-5943-D02B-A80B-361C2ADD4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eta: para Baixo 1">
            <a:extLst>
              <a:ext uri="{FF2B5EF4-FFF2-40B4-BE49-F238E27FC236}">
                <a16:creationId xmlns:a16="http://schemas.microsoft.com/office/drawing/2014/main" id="{74DECB96-C08A-46D4-3B31-A99226124757}"/>
              </a:ext>
            </a:extLst>
          </p:cNvPr>
          <p:cNvSpPr/>
          <p:nvPr/>
        </p:nvSpPr>
        <p:spPr>
          <a:xfrm rot="2049688">
            <a:off x="2877291" y="1571599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052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135E325-3944-7AC9-2EA5-0F1399422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eta: para Baixo 1">
            <a:extLst>
              <a:ext uri="{FF2B5EF4-FFF2-40B4-BE49-F238E27FC236}">
                <a16:creationId xmlns:a16="http://schemas.microsoft.com/office/drawing/2014/main" id="{74DECB96-C08A-46D4-3B31-A99226124757}"/>
              </a:ext>
            </a:extLst>
          </p:cNvPr>
          <p:cNvSpPr/>
          <p:nvPr/>
        </p:nvSpPr>
        <p:spPr>
          <a:xfrm rot="2049688">
            <a:off x="7109322" y="1231630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880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eta: para Baixo 1">
            <a:extLst>
              <a:ext uri="{FF2B5EF4-FFF2-40B4-BE49-F238E27FC236}">
                <a16:creationId xmlns:a16="http://schemas.microsoft.com/office/drawing/2014/main" id="{74DECB96-C08A-46D4-3B31-A99226124757}"/>
              </a:ext>
            </a:extLst>
          </p:cNvPr>
          <p:cNvSpPr/>
          <p:nvPr/>
        </p:nvSpPr>
        <p:spPr>
          <a:xfrm rot="2049688">
            <a:off x="7109322" y="1231630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E962778-EB9A-80BB-517D-7E5984E8B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A8004D9C-9B27-5780-6234-BE1933F8BEED}"/>
              </a:ext>
            </a:extLst>
          </p:cNvPr>
          <p:cNvSpPr/>
          <p:nvPr/>
        </p:nvSpPr>
        <p:spPr>
          <a:xfrm rot="9226030">
            <a:off x="5769817" y="457907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093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F157B6B-8F2E-977F-5A62-4ED411248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A8004D9C-9B27-5780-6234-BE1933F8BEED}"/>
              </a:ext>
            </a:extLst>
          </p:cNvPr>
          <p:cNvSpPr/>
          <p:nvPr/>
        </p:nvSpPr>
        <p:spPr>
          <a:xfrm rot="16740735">
            <a:off x="6297356" y="1653661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07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321E436-416E-5133-AD4E-A8B3016DD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86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06DEB77-8DDC-1E97-7CDC-FF86922B3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431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EFEA9F5-3497-D7D9-839F-9E7E4FD92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752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742B8BE-EE11-F360-34F3-89780A000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526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971B63B-E13F-1408-7D3C-E66C19D1F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988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EFEA9F5-3497-D7D9-839F-9E7E4FD92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038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8542297-3ACA-0DF9-4F33-FFE3556E4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172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428E9FD-98FC-390D-4684-ED416AB38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12192000" cy="649224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CAABE4A3-4987-F064-A9F6-9C8A812ECA4F}"/>
              </a:ext>
            </a:extLst>
          </p:cNvPr>
          <p:cNvSpPr/>
          <p:nvPr/>
        </p:nvSpPr>
        <p:spPr>
          <a:xfrm rot="9226030">
            <a:off x="119294" y="3227671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607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364</Words>
  <Application>Microsoft Office PowerPoint</Application>
  <PresentationFormat>Widescreen</PresentationFormat>
  <Paragraphs>14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Luiz Fernando Brogliatto Ferreira</cp:lastModifiedBy>
  <cp:revision>2</cp:revision>
  <dcterms:created xsi:type="dcterms:W3CDTF">2013-01-27T09:14:16Z</dcterms:created>
  <dcterms:modified xsi:type="dcterms:W3CDTF">2026-10-22T16:37:36Z</dcterms:modified>
  <cp:category/>
</cp:coreProperties>
</file>