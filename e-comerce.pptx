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18" r:id="rId1"/>
  </p:sldMasterIdLst>
  <p:sldIdLst>
    <p:sldId id="257" r:id="rId2"/>
    <p:sldId id="256" r:id="rId3"/>
    <p:sldId id="258" r:id="rId4"/>
    <p:sldId id="259" r:id="rId5"/>
    <p:sldId id="260" r:id="rId6"/>
    <p:sldId id="275" r:id="rId7"/>
    <p:sldId id="276" r:id="rId8"/>
    <p:sldId id="278" r:id="rId9"/>
    <p:sldId id="277" r:id="rId10"/>
    <p:sldId id="280" r:id="rId11"/>
    <p:sldId id="281" r:id="rId12"/>
    <p:sldId id="282" r:id="rId13"/>
    <p:sldId id="283" r:id="rId14"/>
    <p:sldId id="284" r:id="rId15"/>
    <p:sldId id="285" r:id="rId16"/>
    <p:sldId id="286" r:id="rId17"/>
    <p:sldId id="287" r:id="rId18"/>
    <p:sldId id="288" r:id="rId19"/>
    <p:sldId id="289" r:id="rId20"/>
    <p:sldId id="291" r:id="rId21"/>
    <p:sldId id="292" r:id="rId22"/>
    <p:sldId id="293" r:id="rId23"/>
    <p:sldId id="294" r:id="rId24"/>
    <p:sldId id="295" r:id="rId25"/>
    <p:sldId id="296" r:id="rId26"/>
    <p:sldId id="304" r:id="rId27"/>
    <p:sldId id="297" r:id="rId28"/>
    <p:sldId id="298" r:id="rId29"/>
    <p:sldId id="305" r:id="rId30"/>
    <p:sldId id="309" r:id="rId31"/>
    <p:sldId id="308" r:id="rId32"/>
    <p:sldId id="306" r:id="rId33"/>
    <p:sldId id="307" r:id="rId34"/>
    <p:sldId id="268" r:id="rId35"/>
    <p:sldId id="269" r:id="rId36"/>
    <p:sldId id="270" r:id="rId37"/>
    <p:sldId id="271" r:id="rId38"/>
    <p:sldId id="310" r:id="rId39"/>
    <p:sldId id="311" r:id="rId40"/>
    <p:sldId id="312" r:id="rId41"/>
    <p:sldId id="313" r:id="rId42"/>
    <p:sldId id="314" r:id="rId43"/>
    <p:sldId id="315" r:id="rId44"/>
    <p:sldId id="316" r:id="rId45"/>
    <p:sldId id="317" r:id="rId46"/>
    <p:sldId id="318" r:id="rId47"/>
    <p:sldId id="261" r:id="rId48"/>
    <p:sldId id="319" r:id="rId49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CB01"/>
    <a:srgbClr val="FD3833"/>
    <a:srgbClr val="97928C"/>
    <a:srgbClr val="FE6921"/>
    <a:srgbClr val="98938D"/>
    <a:srgbClr val="0F57F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2" autoAdjust="0"/>
    <p:restoredTop sz="94660"/>
  </p:normalViewPr>
  <p:slideViewPr>
    <p:cSldViewPr snapToGrid="0">
      <p:cViewPr>
        <p:scale>
          <a:sx n="75" d="100"/>
          <a:sy n="75" d="100"/>
        </p:scale>
        <p:origin x="318" y="-21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presProps" Target="pres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8" Type="http://schemas.openxmlformats.org/officeDocument/2006/relationships/slide" Target="slides/slide7.xml"/><Relationship Id="rId51" Type="http://schemas.openxmlformats.org/officeDocument/2006/relationships/viewProps" Target="viewProps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4212" y="685799"/>
            <a:ext cx="8001000" cy="2971801"/>
          </a:xfrm>
        </p:spPr>
        <p:txBody>
          <a:bodyPr anchor="b">
            <a:normAutofit/>
          </a:bodyPr>
          <a:lstStyle>
            <a:lvl1pPr algn="l">
              <a:defRPr sz="4800">
                <a:effectLst/>
              </a:defRPr>
            </a:lvl1pPr>
          </a:lstStyle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684212" y="3843867"/>
            <a:ext cx="6400800" cy="1947333"/>
          </a:xfrm>
        </p:spPr>
        <p:txBody>
          <a:bodyPr anchor="t">
            <a:normAutofit/>
          </a:bodyPr>
          <a:lstStyle>
            <a:lvl1pPr marL="0" indent="0" algn="l">
              <a:buNone/>
              <a:defRPr sz="2100">
                <a:solidFill>
                  <a:schemeClr val="bg2">
                    <a:lumMod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pt-BR"/>
              <a:t>Clique para editar o estilo do subtítulo Mestre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C433D37-B44C-430C-A435-8C56DC1D9FAF}" type="datetimeFigureOut">
              <a:rPr lang="pt-BR" smtClean="0"/>
              <a:t>21/10/2026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A0B6A6-A0C2-43D2-8F7F-011D936EE706}" type="slidenum">
              <a:rPr lang="pt-BR" smtClean="0"/>
              <a:t>‹nº›</a:t>
            </a:fld>
            <a:endParaRPr lang="pt-BR"/>
          </a:p>
        </p:txBody>
      </p:sp>
      <p:cxnSp>
        <p:nvCxnSpPr>
          <p:cNvPr id="16" name="Straight Connector 15"/>
          <p:cNvCxnSpPr/>
          <p:nvPr/>
        </p:nvCxnSpPr>
        <p:spPr>
          <a:xfrm flipH="1">
            <a:off x="8228012" y="8467"/>
            <a:ext cx="3810000" cy="381000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Straight Connector 16"/>
          <p:cNvCxnSpPr/>
          <p:nvPr/>
        </p:nvCxnSpPr>
        <p:spPr>
          <a:xfrm flipH="1">
            <a:off x="6108170" y="91545"/>
            <a:ext cx="6080655" cy="6080655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Straight Connector 18"/>
          <p:cNvCxnSpPr/>
          <p:nvPr/>
        </p:nvCxnSpPr>
        <p:spPr>
          <a:xfrm flipH="1">
            <a:off x="7235825" y="228600"/>
            <a:ext cx="4953000" cy="495300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Straight Connector 20"/>
          <p:cNvCxnSpPr/>
          <p:nvPr/>
        </p:nvCxnSpPr>
        <p:spPr>
          <a:xfrm flipH="1">
            <a:off x="7335837" y="32278"/>
            <a:ext cx="4852989" cy="4852989"/>
          </a:xfrm>
          <a:prstGeom prst="line">
            <a:avLst/>
          </a:prstGeom>
          <a:ln w="317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Straight Connector 22"/>
          <p:cNvCxnSpPr/>
          <p:nvPr/>
        </p:nvCxnSpPr>
        <p:spPr>
          <a:xfrm flipH="1">
            <a:off x="7845426" y="609601"/>
            <a:ext cx="4343399" cy="4343399"/>
          </a:xfrm>
          <a:prstGeom prst="line">
            <a:avLst/>
          </a:prstGeom>
          <a:ln w="317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62193834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anchor="ctr"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C433D37-B44C-430C-A435-8C56DC1D9FAF}" type="datetimeFigureOut">
              <a:rPr lang="pt-BR" smtClean="0"/>
              <a:t>21/10/2026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A0B6A6-A0C2-43D2-8F7F-011D936EE706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25659496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4211" y="2006600"/>
            <a:ext cx="8534401" cy="2281600"/>
          </a:xfrm>
        </p:spPr>
        <p:txBody>
          <a:bodyPr anchor="b">
            <a:normAutofit/>
          </a:bodyPr>
          <a:lstStyle>
            <a:lvl1pPr algn="l">
              <a:defRPr sz="3600" b="0" cap="all"/>
            </a:lvl1pPr>
          </a:lstStyle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4213" y="4495800"/>
            <a:ext cx="8534400" cy="1498600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bg2">
                    <a:lumMod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C433D37-B44C-430C-A435-8C56DC1D9FAF}" type="datetimeFigureOut">
              <a:rPr lang="pt-BR" smtClean="0"/>
              <a:t>21/10/2026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A0B6A6-A0C2-43D2-8F7F-011D936EE706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87080882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84211" y="685800"/>
            <a:ext cx="4937655" cy="3615267"/>
          </a:xfrm>
        </p:spPr>
        <p:txBody>
          <a:bodyPr>
            <a:normAutofit/>
          </a:bodyPr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808133" y="685801"/>
            <a:ext cx="4934479" cy="3615266"/>
          </a:xfrm>
        </p:spPr>
        <p:txBody>
          <a:bodyPr>
            <a:normAutofit/>
          </a:bodyPr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C433D37-B44C-430C-A435-8C56DC1D9FAF}" type="datetimeFigureOut">
              <a:rPr lang="pt-BR" smtClean="0"/>
              <a:t>21/10/2026</a:t>
            </a:fld>
            <a:endParaRPr lang="pt-B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A0B6A6-A0C2-43D2-8F7F-011D936EE706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71843132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72080" y="685800"/>
            <a:ext cx="4649787" cy="576262"/>
          </a:xfrm>
        </p:spPr>
        <p:txBody>
          <a:bodyPr anchor="b">
            <a:noAutofit/>
          </a:bodyPr>
          <a:lstStyle>
            <a:lvl1pPr marL="0" indent="0">
              <a:buNone/>
              <a:defRPr sz="28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84211" y="1270529"/>
            <a:ext cx="4937655" cy="3030538"/>
          </a:xfrm>
        </p:spPr>
        <p:txBody>
          <a:bodyPr anchor="t">
            <a:normAutofit/>
          </a:bodyPr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079066" y="685800"/>
            <a:ext cx="4665134" cy="576262"/>
          </a:xfrm>
        </p:spPr>
        <p:txBody>
          <a:bodyPr anchor="b">
            <a:noAutofit/>
          </a:bodyPr>
          <a:lstStyle>
            <a:lvl1pPr marL="0" indent="0">
              <a:buNone/>
              <a:defRPr sz="28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806545" y="1262062"/>
            <a:ext cx="4929188" cy="3030538"/>
          </a:xfrm>
        </p:spPr>
        <p:txBody>
          <a:bodyPr anchor="t">
            <a:normAutofit/>
          </a:bodyPr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C433D37-B44C-430C-A435-8C56DC1D9FAF}" type="datetimeFigureOut">
              <a:rPr lang="pt-BR" smtClean="0"/>
              <a:t>21/10/2026</a:t>
            </a:fld>
            <a:endParaRPr lang="pt-BR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A0B6A6-A0C2-43D2-8F7F-011D936EE706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48867383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C433D37-B44C-430C-A435-8C56DC1D9FAF}" type="datetimeFigureOut">
              <a:rPr lang="pt-BR" smtClean="0"/>
              <a:t>21/10/2026</a:t>
            </a:fld>
            <a:endParaRPr lang="pt-BR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A0B6A6-A0C2-43D2-8F7F-011D936EE706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08196588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C433D37-B44C-430C-A435-8C56DC1D9FAF}" type="datetimeFigureOut">
              <a:rPr lang="pt-BR" smtClean="0"/>
              <a:t>21/10/2026</a:t>
            </a:fld>
            <a:endParaRPr lang="pt-BR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A0B6A6-A0C2-43D2-8F7F-011D936EE706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47039503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085012" y="685800"/>
            <a:ext cx="3657600" cy="1371600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84212" y="685800"/>
            <a:ext cx="5943601" cy="5308600"/>
          </a:xfrm>
        </p:spPr>
        <p:txBody>
          <a:bodyPr anchor="ctr">
            <a:normAutofit/>
          </a:bodyPr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7085012" y="2209799"/>
            <a:ext cx="3657600" cy="2091267"/>
          </a:xfrm>
        </p:spPr>
        <p:txBody>
          <a:bodyPr anchor="t">
            <a:norm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C433D37-B44C-430C-A435-8C56DC1D9FAF}" type="datetimeFigureOut">
              <a:rPr lang="pt-BR" smtClean="0"/>
              <a:t>21/10/2026</a:t>
            </a:fld>
            <a:endParaRPr lang="pt-B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A0B6A6-A0C2-43D2-8F7F-011D936EE706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96222887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2812" y="1447800"/>
            <a:ext cx="6019800" cy="1143000"/>
          </a:xfrm>
        </p:spPr>
        <p:txBody>
          <a:bodyPr anchor="b">
            <a:normAutofit/>
          </a:bodyPr>
          <a:lstStyle>
            <a:lvl1pPr algn="l">
              <a:defRPr sz="2800" b="0"/>
            </a:lvl1pPr>
          </a:lstStyle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14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989012" y="914400"/>
            <a:ext cx="3280974" cy="4572000"/>
          </a:xfrm>
          <a:prstGeom prst="snip2DiagRect">
            <a:avLst>
              <a:gd name="adj1" fmla="val 10815"/>
              <a:gd name="adj2" fmla="val 0"/>
            </a:avLst>
          </a:prstGeom>
          <a:ln w="15875">
            <a:solidFill>
              <a:schemeClr val="tx1">
                <a:alpha val="40000"/>
              </a:schemeClr>
            </a:solidFill>
          </a:ln>
          <a:effectLst>
            <a:innerShdw blurRad="57150" dist="38100" dir="14460000">
              <a:srgbClr val="000000">
                <a:alpha val="70000"/>
              </a:srgbClr>
            </a:inn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pt-BR"/>
              <a:t>Clique no ícone para adicionar uma imagem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722812" y="2777066"/>
            <a:ext cx="6021388" cy="2048933"/>
          </a:xfrm>
        </p:spPr>
        <p:txBody>
          <a:bodyPr anchor="t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C433D37-B44C-430C-A435-8C56DC1D9FAF}" type="datetimeFigureOut">
              <a:rPr lang="pt-BR" smtClean="0"/>
              <a:t>21/10/2026</a:t>
            </a:fld>
            <a:endParaRPr lang="pt-B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A0B6A6-A0C2-43D2-8F7F-011D936EE706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21079144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Foto Panorâmica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17" name="Picture Placeholder 2"/>
          <p:cNvSpPr>
            <a:spLocks noGrp="1" noChangeAspect="1"/>
          </p:cNvSpPr>
          <p:nvPr>
            <p:ph type="pic" idx="13"/>
          </p:nvPr>
        </p:nvSpPr>
        <p:spPr>
          <a:xfrm>
            <a:off x="685800" y="533400"/>
            <a:ext cx="10818812" cy="3124200"/>
          </a:xfrm>
          <a:prstGeom prst="snip2DiagRect">
            <a:avLst>
              <a:gd name="adj1" fmla="val 10815"/>
              <a:gd name="adj2" fmla="val 0"/>
            </a:avLst>
          </a:prstGeom>
          <a:ln w="15875">
            <a:solidFill>
              <a:schemeClr val="tx1">
                <a:alpha val="40000"/>
              </a:schemeClr>
            </a:solidFill>
          </a:ln>
          <a:effectLst>
            <a:innerShdw blurRad="57150" dist="38100" dir="14460000">
              <a:srgbClr val="000000">
                <a:alpha val="70000"/>
              </a:srgbClr>
            </a:inn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pt-BR"/>
              <a:t>Clique no ícone para adicionar uma imagem</a:t>
            </a:r>
            <a:endParaRPr lang="en-US" dirty="0"/>
          </a:p>
        </p:txBody>
      </p:sp>
      <p:sp>
        <p:nvSpPr>
          <p:cNvPr id="16" name="Text Placeholder 9"/>
          <p:cNvSpPr>
            <a:spLocks noGrp="1"/>
          </p:cNvSpPr>
          <p:nvPr>
            <p:ph type="body" sz="quarter" idx="14"/>
          </p:nvPr>
        </p:nvSpPr>
        <p:spPr>
          <a:xfrm>
            <a:off x="914402" y="3843867"/>
            <a:ext cx="8304210" cy="457200"/>
          </a:xfrm>
        </p:spPr>
        <p:txBody>
          <a:bodyPr anchor="t">
            <a:normAutofit/>
          </a:bodyPr>
          <a:lstStyle>
            <a:lvl1pPr marL="0" indent="0">
              <a:buFontTx/>
              <a:buNone/>
              <a:defRPr sz="1600"/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C433D37-B44C-430C-A435-8C56DC1D9FAF}" type="datetimeFigureOut">
              <a:rPr lang="pt-BR" smtClean="0"/>
              <a:t>21/10/2026</a:t>
            </a:fld>
            <a:endParaRPr lang="pt-BR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A0B6A6-A0C2-43D2-8F7F-011D936EE706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42441102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ítulo e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4213" y="685800"/>
            <a:ext cx="10058400" cy="2743200"/>
          </a:xfrm>
        </p:spPr>
        <p:txBody>
          <a:bodyPr anchor="ctr">
            <a:normAutofit/>
          </a:bodyPr>
          <a:lstStyle>
            <a:lvl1pPr algn="l">
              <a:defRPr sz="3200" b="0" cap="all"/>
            </a:lvl1pPr>
          </a:lstStyle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4212" y="4114800"/>
            <a:ext cx="8535988" cy="1879600"/>
          </a:xfrm>
        </p:spPr>
        <p:txBody>
          <a:bodyPr anchor="ctr">
            <a:normAutofit/>
          </a:bodyPr>
          <a:lstStyle>
            <a:lvl1pPr marL="0" indent="0" algn="l">
              <a:buNone/>
              <a:defRPr sz="2000">
                <a:solidFill>
                  <a:schemeClr val="bg2">
                    <a:lumMod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C433D37-B44C-430C-A435-8C56DC1D9FAF}" type="datetimeFigureOut">
              <a:rPr lang="pt-BR" smtClean="0"/>
              <a:t>21/10/2026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A0B6A6-A0C2-43D2-8F7F-011D936EE706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469752917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itaçã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1" y="685800"/>
            <a:ext cx="9144001" cy="2743200"/>
          </a:xfrm>
        </p:spPr>
        <p:txBody>
          <a:bodyPr anchor="ctr">
            <a:normAutofit/>
          </a:bodyPr>
          <a:lstStyle>
            <a:lvl1pPr algn="l">
              <a:defRPr sz="3200" b="0" cap="all">
                <a:solidFill>
                  <a:schemeClr val="tx1"/>
                </a:solidFill>
              </a:defRPr>
            </a:lvl1pPr>
          </a:lstStyle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446212" y="3429000"/>
            <a:ext cx="8534400" cy="381000"/>
          </a:xfrm>
        </p:spPr>
        <p:txBody>
          <a:bodyPr anchor="ctr"/>
          <a:lstStyle>
            <a:lvl1pPr marL="0" indent="0">
              <a:buFontTx/>
              <a:buNone/>
              <a:defRPr/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4213" y="4301067"/>
            <a:ext cx="8534400" cy="1684865"/>
          </a:xfrm>
        </p:spPr>
        <p:txBody>
          <a:bodyPr anchor="ctr">
            <a:normAutofit/>
          </a:bodyPr>
          <a:lstStyle>
            <a:lvl1pPr marL="0" indent="0" algn="l">
              <a:buNone/>
              <a:defRPr sz="2000">
                <a:solidFill>
                  <a:schemeClr val="bg2">
                    <a:lumMod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C433D37-B44C-430C-A435-8C56DC1D9FAF}" type="datetimeFigureOut">
              <a:rPr lang="pt-BR" smtClean="0"/>
              <a:t>21/10/2026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A0B6A6-A0C2-43D2-8F7F-011D936EE706}" type="slidenum">
              <a:rPr lang="pt-BR" smtClean="0"/>
              <a:t>‹nº›</a:t>
            </a:fld>
            <a:endParaRPr lang="pt-BR"/>
          </a:p>
        </p:txBody>
      </p:sp>
      <p:sp>
        <p:nvSpPr>
          <p:cNvPr id="14" name="TextBox 13"/>
          <p:cNvSpPr txBox="1"/>
          <p:nvPr/>
        </p:nvSpPr>
        <p:spPr>
          <a:xfrm>
            <a:off x="531812" y="812222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285412" y="2768601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900529436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artão de Nom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4212" y="3429000"/>
            <a:ext cx="8534400" cy="1697400"/>
          </a:xfrm>
        </p:spPr>
        <p:txBody>
          <a:bodyPr anchor="b">
            <a:normAutofit/>
          </a:bodyPr>
          <a:lstStyle>
            <a:lvl1pPr algn="l">
              <a:defRPr sz="3200" b="0" cap="all"/>
            </a:lvl1pPr>
          </a:lstStyle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4211" y="5132981"/>
            <a:ext cx="8535990" cy="860400"/>
          </a:xfrm>
        </p:spPr>
        <p:txBody>
          <a:bodyPr anchor="t">
            <a:normAutofit/>
          </a:bodyPr>
          <a:lstStyle>
            <a:lvl1pPr marL="0" indent="0" algn="l">
              <a:buNone/>
              <a:defRPr sz="2000">
                <a:solidFill>
                  <a:schemeClr val="bg2">
                    <a:lumMod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C433D37-B44C-430C-A435-8C56DC1D9FAF}" type="datetimeFigureOut">
              <a:rPr lang="pt-BR" smtClean="0"/>
              <a:t>21/10/2026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A0B6A6-A0C2-43D2-8F7F-011D936EE706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177961297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itar o Cartão de Nom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3" y="685800"/>
            <a:ext cx="9144000" cy="2743200"/>
          </a:xfrm>
        </p:spPr>
        <p:txBody>
          <a:bodyPr anchor="ctr">
            <a:normAutofit/>
          </a:bodyPr>
          <a:lstStyle>
            <a:lvl1pPr algn="l">
              <a:defRPr sz="3200" b="0" cap="all">
                <a:solidFill>
                  <a:schemeClr val="tx1"/>
                </a:solidFill>
              </a:defRPr>
            </a:lvl1pPr>
          </a:lstStyle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84212" y="3928534"/>
            <a:ext cx="8534401" cy="1049866"/>
          </a:xfrm>
        </p:spPr>
        <p:txBody>
          <a:bodyPr vert="horz" lIns="91440" tIns="45720" rIns="91440" bIns="45720" rtlCol="0" anchor="b">
            <a:normAutofit/>
          </a:bodyPr>
          <a:lstStyle>
            <a:lvl1pPr>
              <a:buNone/>
              <a:defRPr lang="en-US" sz="2400" b="0" cap="all" dirty="0">
                <a:ln w="3175" cmpd="sng">
                  <a:noFill/>
                </a:ln>
                <a:solidFill>
                  <a:schemeClr val="tx1"/>
                </a:solidFill>
                <a:effectLst/>
              </a:defRPr>
            </a:lvl1pPr>
          </a:lstStyle>
          <a:p>
            <a:pPr marL="0" lvl="0">
              <a:spcBef>
                <a:spcPct val="0"/>
              </a:spcBef>
              <a:buNone/>
            </a:pPr>
            <a:r>
              <a:rPr lang="pt-BR"/>
              <a:t>Editar estilos de texto Mestre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4211" y="4978400"/>
            <a:ext cx="8534401" cy="1016000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bg2">
                    <a:lumMod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C433D37-B44C-430C-A435-8C56DC1D9FAF}" type="datetimeFigureOut">
              <a:rPr lang="pt-BR" smtClean="0"/>
              <a:t>21/10/2026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A0B6A6-A0C2-43D2-8F7F-011D936EE706}" type="slidenum">
              <a:rPr lang="pt-BR" smtClean="0"/>
              <a:t>‹nº›</a:t>
            </a:fld>
            <a:endParaRPr lang="pt-BR"/>
          </a:p>
        </p:txBody>
      </p:sp>
      <p:sp>
        <p:nvSpPr>
          <p:cNvPr id="11" name="TextBox 10"/>
          <p:cNvSpPr txBox="1"/>
          <p:nvPr/>
        </p:nvSpPr>
        <p:spPr>
          <a:xfrm>
            <a:off x="531812" y="812222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285412" y="2768601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3863684821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Verdadeiro ou Fals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4213" y="685800"/>
            <a:ext cx="10058400" cy="2743200"/>
          </a:xfrm>
        </p:spPr>
        <p:txBody>
          <a:bodyPr vert="horz" lIns="91440" tIns="45720" rIns="91440" bIns="45720" rtlCol="0" anchor="ctr">
            <a:normAutofit/>
          </a:bodyPr>
          <a:lstStyle>
            <a:lvl1pPr>
              <a:defRPr lang="en-US" b="0" dirty="0"/>
            </a:lvl1pPr>
          </a:lstStyle>
          <a:p>
            <a:pPr marL="0" lvl="0"/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84212" y="3928534"/>
            <a:ext cx="8534400" cy="838200"/>
          </a:xfrm>
        </p:spPr>
        <p:txBody>
          <a:bodyPr vert="horz" lIns="91440" tIns="45720" rIns="91440" bIns="45720" rtlCol="0" anchor="b">
            <a:normAutofit/>
          </a:bodyPr>
          <a:lstStyle>
            <a:lvl1pPr>
              <a:buNone/>
              <a:defRPr lang="en-US" sz="2400" b="0" cap="all" dirty="0">
                <a:ln w="3175" cmpd="sng">
                  <a:noFill/>
                </a:ln>
                <a:solidFill>
                  <a:schemeClr val="tx1"/>
                </a:solidFill>
                <a:effectLst/>
              </a:defRPr>
            </a:lvl1pPr>
          </a:lstStyle>
          <a:p>
            <a:pPr marL="0" lvl="0">
              <a:spcBef>
                <a:spcPct val="0"/>
              </a:spcBef>
              <a:buNone/>
            </a:pPr>
            <a:r>
              <a:rPr lang="pt-BR"/>
              <a:t>Editar estilos de texto Mestre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4211" y="4766732"/>
            <a:ext cx="8534401" cy="1227667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bg2">
                    <a:lumMod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C433D37-B44C-430C-A435-8C56DC1D9FAF}" type="datetimeFigureOut">
              <a:rPr lang="pt-BR" smtClean="0"/>
              <a:t>21/10/2026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A0B6A6-A0C2-43D2-8F7F-011D936EE706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529598138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 algn="l">
              <a:defRPr/>
            </a:lvl1pPr>
          </a:lstStyle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C433D37-B44C-430C-A435-8C56DC1D9FAF}" type="datetimeFigureOut">
              <a:rPr lang="pt-BR" smtClean="0"/>
              <a:t>21/10/2026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A0B6A6-A0C2-43D2-8F7F-011D936EE706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715189182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exto e Títul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685212" y="685800"/>
            <a:ext cx="2057400" cy="4572000"/>
          </a:xfrm>
        </p:spPr>
        <p:txBody>
          <a:bodyPr vert="eaVert"/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85800" y="685800"/>
            <a:ext cx="7823200" cy="5308600"/>
          </a:xfrm>
        </p:spPr>
        <p:txBody>
          <a:bodyPr vert="eaVert" anchor="t"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C433D37-B44C-430C-A435-8C56DC1D9FAF}" type="datetimeFigureOut">
              <a:rPr lang="pt-BR" smtClean="0"/>
              <a:t>21/10/2026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A0B6A6-A0C2-43D2-8F7F-011D936EE706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6760172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2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9206969" y="2963333"/>
            <a:ext cx="2981858" cy="3208867"/>
            <a:chOff x="9206969" y="2963333"/>
            <a:chExt cx="2981858" cy="3208867"/>
          </a:xfrm>
        </p:grpSpPr>
        <p:cxnSp>
          <p:nvCxnSpPr>
            <p:cNvPr id="8" name="Straight Connector 7"/>
            <p:cNvCxnSpPr/>
            <p:nvPr/>
          </p:nvCxnSpPr>
          <p:spPr>
            <a:xfrm flipH="1">
              <a:off x="11276012" y="2963333"/>
              <a:ext cx="912814" cy="912812"/>
            </a:xfrm>
            <a:prstGeom prst="line">
              <a:avLst/>
            </a:prstGeom>
            <a:ln w="9525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Straight Connector 8"/>
            <p:cNvCxnSpPr/>
            <p:nvPr/>
          </p:nvCxnSpPr>
          <p:spPr>
            <a:xfrm flipH="1">
              <a:off x="9206969" y="3190344"/>
              <a:ext cx="2981857" cy="2981856"/>
            </a:xfrm>
            <a:prstGeom prst="line">
              <a:avLst/>
            </a:prstGeom>
            <a:ln w="9525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Straight Connector 9"/>
            <p:cNvCxnSpPr/>
            <p:nvPr/>
          </p:nvCxnSpPr>
          <p:spPr>
            <a:xfrm flipH="1">
              <a:off x="10292292" y="3285067"/>
              <a:ext cx="1896534" cy="1896533"/>
            </a:xfrm>
            <a:prstGeom prst="line">
              <a:avLst/>
            </a:prstGeom>
            <a:ln w="9525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Straight Connector 10"/>
            <p:cNvCxnSpPr/>
            <p:nvPr/>
          </p:nvCxnSpPr>
          <p:spPr>
            <a:xfrm flipH="1">
              <a:off x="10443103" y="3131080"/>
              <a:ext cx="1745722" cy="1745720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Straight Connector 11"/>
            <p:cNvCxnSpPr/>
            <p:nvPr/>
          </p:nvCxnSpPr>
          <p:spPr>
            <a:xfrm flipH="1">
              <a:off x="10918826" y="3683001"/>
              <a:ext cx="1270001" cy="1269999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84212" y="4487332"/>
            <a:ext cx="8534400" cy="1507067"/>
          </a:xfrm>
          <a:prstGeom prst="rect">
            <a:avLst/>
          </a:prstGeom>
          <a:effectLst/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4212" y="685800"/>
            <a:ext cx="8534400" cy="361526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9904412" y="6172200"/>
            <a:ext cx="1600200" cy="365125"/>
          </a:xfrm>
          <a:prstGeom prst="rect">
            <a:avLst/>
          </a:prstGeom>
        </p:spPr>
        <p:txBody>
          <a:bodyPr vert="horz" lIns="91440" tIns="45720" rIns="91440" bIns="45720" rtlCol="0" anchor="t"/>
          <a:lstStyle>
            <a:lvl1pPr algn="r">
              <a:defRPr sz="1000" b="0" i="0">
                <a:solidFill>
                  <a:schemeClr val="bg2">
                    <a:lumMod val="50000"/>
                  </a:schemeClr>
                </a:solidFill>
                <a:effectLst/>
                <a:latin typeface="+mn-lt"/>
              </a:defRPr>
            </a:lvl1pPr>
          </a:lstStyle>
          <a:p>
            <a:fld id="{2C433D37-B44C-430C-A435-8C56DC1D9FAF}" type="datetimeFigureOut">
              <a:rPr lang="pt-BR" smtClean="0"/>
              <a:t>21/10/2026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684212" y="6172200"/>
            <a:ext cx="7543800" cy="365125"/>
          </a:xfrm>
          <a:prstGeom prst="rect">
            <a:avLst/>
          </a:prstGeom>
        </p:spPr>
        <p:txBody>
          <a:bodyPr vert="horz" lIns="91440" tIns="45720" rIns="91440" bIns="45720" rtlCol="0" anchor="t"/>
          <a:lstStyle>
            <a:lvl1pPr algn="l">
              <a:defRPr sz="1000" b="0" i="0">
                <a:solidFill>
                  <a:schemeClr val="bg2">
                    <a:lumMod val="50000"/>
                  </a:schemeClr>
                </a:solidFill>
                <a:effectLst/>
                <a:latin typeface="+mn-lt"/>
              </a:defRPr>
            </a:lvl1pPr>
          </a:lstStyle>
          <a:p>
            <a:endParaRPr lang="pt-B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363200" y="5578475"/>
            <a:ext cx="1142245" cy="66992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3200" b="0" i="0">
                <a:solidFill>
                  <a:schemeClr val="bg2">
                    <a:lumMod val="50000"/>
                  </a:schemeClr>
                </a:solidFill>
                <a:effectLst/>
                <a:latin typeface="+mn-lt"/>
              </a:defRPr>
            </a:lvl1pPr>
          </a:lstStyle>
          <a:p>
            <a:fld id="{56A0B6A6-A0C2-43D2-8F7F-011D936EE706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25655456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719" r:id="rId1"/>
    <p:sldLayoutId id="2147483720" r:id="rId2"/>
    <p:sldLayoutId id="2147483721" r:id="rId3"/>
    <p:sldLayoutId id="2147483722" r:id="rId4"/>
    <p:sldLayoutId id="2147483723" r:id="rId5"/>
    <p:sldLayoutId id="2147483724" r:id="rId6"/>
    <p:sldLayoutId id="2147483725" r:id="rId7"/>
    <p:sldLayoutId id="2147483726" r:id="rId8"/>
    <p:sldLayoutId id="2147483727" r:id="rId9"/>
    <p:sldLayoutId id="2147483728" r:id="rId10"/>
    <p:sldLayoutId id="2147483729" r:id="rId11"/>
    <p:sldLayoutId id="2147483730" r:id="rId12"/>
    <p:sldLayoutId id="2147483731" r:id="rId13"/>
    <p:sldLayoutId id="2147483732" r:id="rId14"/>
    <p:sldLayoutId id="2147483733" r:id="rId15"/>
    <p:sldLayoutId id="2147483734" r:id="rId16"/>
    <p:sldLayoutId id="2147483735" r:id="rId17"/>
  </p:sldLayoutIdLst>
  <p:txStyles>
    <p:titleStyle>
      <a:lvl1pPr algn="l" defTabSz="457200" rtl="0" eaLnBrk="1" latinLnBrk="0" hangingPunct="1">
        <a:spcBef>
          <a:spcPct val="0"/>
        </a:spcBef>
        <a:buNone/>
        <a:defRPr sz="3600" kern="1200" cap="all">
          <a:ln w="3175" cmpd="sng">
            <a:noFill/>
          </a:ln>
          <a:solidFill>
            <a:schemeClr val="tx1"/>
          </a:solidFill>
          <a:effectLst/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285750" indent="-28575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80000"/>
        <a:buFont typeface="Wingdings 3" panose="05040102010807070707" pitchFamily="18" charset="2"/>
        <a:buChar char=""/>
        <a:defRPr sz="2000" kern="1200" cap="none">
          <a:solidFill>
            <a:schemeClr val="bg2">
              <a:lumMod val="75000"/>
            </a:schemeClr>
          </a:solidFill>
          <a:effectLst/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80000"/>
        <a:buFont typeface="Wingdings 3" panose="05040102010807070707" pitchFamily="18" charset="2"/>
        <a:buChar char=""/>
        <a:defRPr sz="1800" kern="1200" cap="none">
          <a:solidFill>
            <a:schemeClr val="bg2">
              <a:lumMod val="75000"/>
            </a:schemeClr>
          </a:solidFill>
          <a:effectLst/>
          <a:latin typeface="+mn-lt"/>
          <a:ea typeface="+mn-ea"/>
          <a:cs typeface="+mn-cs"/>
        </a:defRPr>
      </a:lvl2pPr>
      <a:lvl3pPr marL="1200150" indent="-28575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80000"/>
        <a:buFont typeface="Wingdings 3" panose="05040102010807070707" pitchFamily="18" charset="2"/>
        <a:buChar char=""/>
        <a:defRPr sz="1600" kern="1200" cap="none">
          <a:solidFill>
            <a:schemeClr val="bg2">
              <a:lumMod val="75000"/>
            </a:schemeClr>
          </a:solidFill>
          <a:effectLst/>
          <a:latin typeface="+mn-lt"/>
          <a:ea typeface="+mn-ea"/>
          <a:cs typeface="+mn-cs"/>
        </a:defRPr>
      </a:lvl3pPr>
      <a:lvl4pPr marL="1543050" indent="-17145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80000"/>
        <a:buFont typeface="Wingdings 3" panose="05040102010807070707" pitchFamily="18" charset="2"/>
        <a:buChar char=""/>
        <a:defRPr sz="1400" kern="1200" cap="none">
          <a:solidFill>
            <a:schemeClr val="bg2">
              <a:lumMod val="75000"/>
            </a:schemeClr>
          </a:solidFill>
          <a:effectLst/>
          <a:latin typeface="+mn-lt"/>
          <a:ea typeface="+mn-ea"/>
          <a:cs typeface="+mn-cs"/>
        </a:defRPr>
      </a:lvl4pPr>
      <a:lvl5pPr marL="2000250" indent="-17145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80000"/>
        <a:buFont typeface="Wingdings 3" panose="05040102010807070707" pitchFamily="18" charset="2"/>
        <a:buChar char=""/>
        <a:defRPr sz="1400" kern="1200" cap="none">
          <a:solidFill>
            <a:schemeClr val="bg2">
              <a:lumMod val="75000"/>
            </a:schemeClr>
          </a:solidFill>
          <a:effectLst/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80000"/>
        <a:buFont typeface="Wingdings 3" panose="05040102010807070707" pitchFamily="18" charset="2"/>
        <a:buChar char=""/>
        <a:defRPr sz="1400" kern="1200" cap="none">
          <a:solidFill>
            <a:schemeClr val="bg2">
              <a:lumMod val="75000"/>
            </a:schemeClr>
          </a:solidFill>
          <a:effectLst/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80000"/>
        <a:buFont typeface="Wingdings 3" panose="05040102010807070707" pitchFamily="18" charset="2"/>
        <a:buChar char=""/>
        <a:defRPr sz="1400" kern="1200" cap="none">
          <a:solidFill>
            <a:schemeClr val="bg2">
              <a:lumMod val="75000"/>
            </a:schemeClr>
          </a:solidFill>
          <a:effectLst/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80000"/>
        <a:buFont typeface="Wingdings 3" panose="05040102010807070707" pitchFamily="18" charset="2"/>
        <a:buChar char=""/>
        <a:defRPr sz="1400" kern="1200" cap="none">
          <a:solidFill>
            <a:schemeClr val="bg2">
              <a:lumMod val="75000"/>
            </a:schemeClr>
          </a:solidFill>
          <a:effectLst/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80000"/>
        <a:buFont typeface="Wingdings 3" panose="05040102010807070707" pitchFamily="18" charset="2"/>
        <a:buChar char=""/>
        <a:defRPr sz="1400" kern="1200" cap="none">
          <a:solidFill>
            <a:schemeClr val="bg2">
              <a:lumMod val="75000"/>
            </a:schemeClr>
          </a:solidFill>
          <a:effectLst/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eg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jpe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0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jpe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0.png"/><Relationship Id="rId4" Type="http://schemas.openxmlformats.org/officeDocument/2006/relationships/image" Target="../media/image11.jpe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jpe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0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jpe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0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jpe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0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jpeg"/><Relationship Id="rId2" Type="http://schemas.openxmlformats.org/officeDocument/2006/relationships/image" Target="../media/image15.jpe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8.png"/><Relationship Id="rId4" Type="http://schemas.openxmlformats.org/officeDocument/2006/relationships/image" Target="../media/image10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jpe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0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jpe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0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jpe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0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jpe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0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0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jpeg"/><Relationship Id="rId2" Type="http://schemas.openxmlformats.org/officeDocument/2006/relationships/image" Target="../media/image15.jpe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7.png"/><Relationship Id="rId4" Type="http://schemas.openxmlformats.org/officeDocument/2006/relationships/image" Target="../media/image10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0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0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0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0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0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0.pn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jpeg"/><Relationship Id="rId2" Type="http://schemas.openxmlformats.org/officeDocument/2006/relationships/image" Target="../media/image15.jpe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3.png"/><Relationship Id="rId4" Type="http://schemas.openxmlformats.org/officeDocument/2006/relationships/image" Target="../media/image10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0.png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0.png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0.png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0.png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0.png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0.png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0.png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1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1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1.png"/><Relationship Id="rId1" Type="http://schemas.openxmlformats.org/officeDocument/2006/relationships/slideLayout" Target="../slideLayouts/slideLayout1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Layout" Target="../slideLayouts/slideLayout1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2.png"/><Relationship Id="rId1" Type="http://schemas.openxmlformats.org/officeDocument/2006/relationships/slideLayout" Target="../slideLayouts/slideLayout1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3.png"/><Relationship Id="rId1" Type="http://schemas.openxmlformats.org/officeDocument/2006/relationships/slideLayout" Target="../slideLayouts/slideLayout1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4.png"/><Relationship Id="rId1" Type="http://schemas.openxmlformats.org/officeDocument/2006/relationships/slideLayout" Target="../slideLayouts/slideLayout1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5.png"/><Relationship Id="rId1" Type="http://schemas.openxmlformats.org/officeDocument/2006/relationships/slideLayout" Target="../slideLayouts/slideLayout1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6.png"/><Relationship Id="rId1" Type="http://schemas.openxmlformats.org/officeDocument/2006/relationships/slideLayout" Target="../slideLayouts/slideLayout1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6.png"/><Relationship Id="rId1" Type="http://schemas.openxmlformats.org/officeDocument/2006/relationships/slideLayout" Target="../slideLayouts/slideLayout1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6.png"/><Relationship Id="rId1" Type="http://schemas.openxmlformats.org/officeDocument/2006/relationships/slideLayout" Target="../slideLayouts/slideLayout1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7.png"/><Relationship Id="rId1" Type="http://schemas.openxmlformats.org/officeDocument/2006/relationships/slideLayout" Target="../slideLayouts/slideLayout1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7.png"/><Relationship Id="rId1" Type="http://schemas.openxmlformats.org/officeDocument/2006/relationships/slideLayout" Target="../slideLayouts/slideLayout1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8.jpeg"/><Relationship Id="rId1" Type="http://schemas.openxmlformats.org/officeDocument/2006/relationships/slideLayout" Target="../slideLayouts/slideLayout1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9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m 4">
            <a:extLst>
              <a:ext uri="{FF2B5EF4-FFF2-40B4-BE49-F238E27FC236}">
                <a16:creationId xmlns:a16="http://schemas.microsoft.com/office/drawing/2014/main" id="{D3992ECF-28A4-4DE3-B2F8-DC41FCCE220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1000" y="0"/>
            <a:ext cx="11430000" cy="6858000"/>
          </a:xfrm>
          <a:prstGeom prst="rect">
            <a:avLst/>
          </a:prstGeom>
        </p:spPr>
      </p:pic>
      <p:sp>
        <p:nvSpPr>
          <p:cNvPr id="6" name="Seta: para Baixo 5">
            <a:extLst>
              <a:ext uri="{FF2B5EF4-FFF2-40B4-BE49-F238E27FC236}">
                <a16:creationId xmlns:a16="http://schemas.microsoft.com/office/drawing/2014/main" id="{221B639D-A22A-487E-9D2C-0C3FCD9F9419}"/>
              </a:ext>
            </a:extLst>
          </p:cNvPr>
          <p:cNvSpPr/>
          <p:nvPr/>
        </p:nvSpPr>
        <p:spPr>
          <a:xfrm>
            <a:off x="2194560" y="2087880"/>
            <a:ext cx="3901440" cy="4236720"/>
          </a:xfrm>
          <a:prstGeom prst="downArrow">
            <a:avLst/>
          </a:prstGeom>
          <a:gradFill flip="none" rotWithShape="1">
            <a:gsLst>
              <a:gs pos="0">
                <a:schemeClr val="accent6">
                  <a:lumMod val="67000"/>
                </a:schemeClr>
              </a:gs>
              <a:gs pos="48000">
                <a:schemeClr val="accent6">
                  <a:lumMod val="97000"/>
                  <a:lumOff val="3000"/>
                </a:schemeClr>
              </a:gs>
              <a:gs pos="100000">
                <a:schemeClr val="accent6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05414392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Imagem 3">
            <a:extLst>
              <a:ext uri="{FF2B5EF4-FFF2-40B4-BE49-F238E27FC236}">
                <a16:creationId xmlns:a16="http://schemas.microsoft.com/office/drawing/2014/main" id="{C77453EF-32AE-4966-BC1C-37BEF05DA26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1000" y="0"/>
            <a:ext cx="11430000" cy="6858000"/>
          </a:xfrm>
          <a:prstGeom prst="rect">
            <a:avLst/>
          </a:prstGeom>
        </p:spPr>
      </p:pic>
      <p:sp>
        <p:nvSpPr>
          <p:cNvPr id="5" name="Seta: para Baixo 4">
            <a:extLst>
              <a:ext uri="{FF2B5EF4-FFF2-40B4-BE49-F238E27FC236}">
                <a16:creationId xmlns:a16="http://schemas.microsoft.com/office/drawing/2014/main" id="{5BE0694F-B184-4DF9-AA2C-400F0A5D78C1}"/>
              </a:ext>
            </a:extLst>
          </p:cNvPr>
          <p:cNvSpPr/>
          <p:nvPr/>
        </p:nvSpPr>
        <p:spPr>
          <a:xfrm rot="10800000">
            <a:off x="2362200" y="853440"/>
            <a:ext cx="3901440" cy="4236720"/>
          </a:xfrm>
          <a:prstGeom prst="downArrow">
            <a:avLst/>
          </a:prstGeom>
          <a:gradFill flip="none" rotWithShape="1">
            <a:gsLst>
              <a:gs pos="0">
                <a:schemeClr val="accent6">
                  <a:lumMod val="67000"/>
                </a:schemeClr>
              </a:gs>
              <a:gs pos="48000">
                <a:schemeClr val="accent6">
                  <a:lumMod val="97000"/>
                  <a:lumOff val="3000"/>
                </a:schemeClr>
              </a:gs>
              <a:gs pos="100000">
                <a:schemeClr val="accent6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74414393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Imagem 3">
            <a:extLst>
              <a:ext uri="{FF2B5EF4-FFF2-40B4-BE49-F238E27FC236}">
                <a16:creationId xmlns:a16="http://schemas.microsoft.com/office/drawing/2014/main" id="{02E4E517-2284-45EA-839B-F58FF4F6F34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1000" y="0"/>
            <a:ext cx="11430000" cy="6858000"/>
          </a:xfrm>
          <a:prstGeom prst="rect">
            <a:avLst/>
          </a:prstGeom>
        </p:spPr>
      </p:pic>
      <p:sp>
        <p:nvSpPr>
          <p:cNvPr id="5" name="Seta: para Baixo 4">
            <a:extLst>
              <a:ext uri="{FF2B5EF4-FFF2-40B4-BE49-F238E27FC236}">
                <a16:creationId xmlns:a16="http://schemas.microsoft.com/office/drawing/2014/main" id="{5AD82ED5-0DF0-4535-9C93-C01CA87184B5}"/>
              </a:ext>
            </a:extLst>
          </p:cNvPr>
          <p:cNvSpPr/>
          <p:nvPr/>
        </p:nvSpPr>
        <p:spPr>
          <a:xfrm rot="7200000">
            <a:off x="3840479" y="-274321"/>
            <a:ext cx="3901440" cy="4236720"/>
          </a:xfrm>
          <a:prstGeom prst="downArrow">
            <a:avLst/>
          </a:prstGeom>
          <a:gradFill flip="none" rotWithShape="1">
            <a:gsLst>
              <a:gs pos="0">
                <a:schemeClr val="accent6">
                  <a:lumMod val="67000"/>
                </a:schemeClr>
              </a:gs>
              <a:gs pos="48000">
                <a:schemeClr val="accent6">
                  <a:lumMod val="97000"/>
                  <a:lumOff val="3000"/>
                </a:schemeClr>
              </a:gs>
              <a:gs pos="100000">
                <a:schemeClr val="accent6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51174687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Imagem 3">
            <a:extLst>
              <a:ext uri="{FF2B5EF4-FFF2-40B4-BE49-F238E27FC236}">
                <a16:creationId xmlns:a16="http://schemas.microsoft.com/office/drawing/2014/main" id="{5656ABAC-9154-4AFB-85FA-D09BD8CD638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09675" y="190500"/>
            <a:ext cx="9772650" cy="6477000"/>
          </a:xfrm>
          <a:prstGeom prst="rect">
            <a:avLst/>
          </a:prstGeom>
        </p:spPr>
      </p:pic>
      <p:sp>
        <p:nvSpPr>
          <p:cNvPr id="5" name="Seta: para Baixo 4">
            <a:extLst>
              <a:ext uri="{FF2B5EF4-FFF2-40B4-BE49-F238E27FC236}">
                <a16:creationId xmlns:a16="http://schemas.microsoft.com/office/drawing/2014/main" id="{44EFADC5-C2F7-4443-B6DF-E2337C9549B7}"/>
              </a:ext>
            </a:extLst>
          </p:cNvPr>
          <p:cNvSpPr/>
          <p:nvPr/>
        </p:nvSpPr>
        <p:spPr>
          <a:xfrm>
            <a:off x="3322320" y="640080"/>
            <a:ext cx="3901440" cy="4236720"/>
          </a:xfrm>
          <a:prstGeom prst="downArrow">
            <a:avLst/>
          </a:prstGeom>
          <a:gradFill flip="none" rotWithShape="1">
            <a:gsLst>
              <a:gs pos="0">
                <a:schemeClr val="accent6">
                  <a:lumMod val="67000"/>
                </a:schemeClr>
              </a:gs>
              <a:gs pos="48000">
                <a:schemeClr val="accent6">
                  <a:lumMod val="97000"/>
                  <a:lumOff val="3000"/>
                </a:schemeClr>
              </a:gs>
              <a:gs pos="100000">
                <a:schemeClr val="accent6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52204815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Imagem 3">
            <a:extLst>
              <a:ext uri="{FF2B5EF4-FFF2-40B4-BE49-F238E27FC236}">
                <a16:creationId xmlns:a16="http://schemas.microsoft.com/office/drawing/2014/main" id="{C5550EEF-0F1B-4DD0-A4FB-086497244D7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09675" y="190500"/>
            <a:ext cx="9772650" cy="6477000"/>
          </a:xfrm>
          <a:prstGeom prst="rect">
            <a:avLst/>
          </a:prstGeom>
        </p:spPr>
      </p:pic>
      <p:sp>
        <p:nvSpPr>
          <p:cNvPr id="5" name="Seta: para Baixo 4">
            <a:extLst>
              <a:ext uri="{FF2B5EF4-FFF2-40B4-BE49-F238E27FC236}">
                <a16:creationId xmlns:a16="http://schemas.microsoft.com/office/drawing/2014/main" id="{4226D3B4-FD77-4ED7-86A5-A587AD4BBF48}"/>
              </a:ext>
            </a:extLst>
          </p:cNvPr>
          <p:cNvSpPr/>
          <p:nvPr/>
        </p:nvSpPr>
        <p:spPr>
          <a:xfrm rot="10800000">
            <a:off x="6096000" y="2621280"/>
            <a:ext cx="3901440" cy="4236720"/>
          </a:xfrm>
          <a:prstGeom prst="downArrow">
            <a:avLst/>
          </a:prstGeom>
          <a:gradFill flip="none" rotWithShape="1">
            <a:gsLst>
              <a:gs pos="0">
                <a:schemeClr val="accent6">
                  <a:lumMod val="67000"/>
                </a:schemeClr>
              </a:gs>
              <a:gs pos="48000">
                <a:schemeClr val="accent6">
                  <a:lumMod val="97000"/>
                  <a:lumOff val="3000"/>
                </a:schemeClr>
              </a:gs>
              <a:gs pos="100000">
                <a:schemeClr val="accent6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67803630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m 2">
            <a:extLst>
              <a:ext uri="{FF2B5EF4-FFF2-40B4-BE49-F238E27FC236}">
                <a16:creationId xmlns:a16="http://schemas.microsoft.com/office/drawing/2014/main" id="{7B4149C9-62A6-4782-B7DD-80B3EDE9DD2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03909"/>
            <a:ext cx="12192000" cy="6650182"/>
          </a:xfrm>
          <a:prstGeom prst="rect">
            <a:avLst/>
          </a:prstGeom>
        </p:spPr>
      </p:pic>
      <p:sp>
        <p:nvSpPr>
          <p:cNvPr id="4" name="Retângulo 3">
            <a:extLst>
              <a:ext uri="{FF2B5EF4-FFF2-40B4-BE49-F238E27FC236}">
                <a16:creationId xmlns:a16="http://schemas.microsoft.com/office/drawing/2014/main" id="{1D8C5F89-0643-4E6D-90C2-098AFAD94259}"/>
              </a:ext>
            </a:extLst>
          </p:cNvPr>
          <p:cNvSpPr/>
          <p:nvPr/>
        </p:nvSpPr>
        <p:spPr>
          <a:xfrm>
            <a:off x="0" y="3870960"/>
            <a:ext cx="12192000" cy="2148840"/>
          </a:xfrm>
          <a:prstGeom prst="rect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200" b="1" dirty="0"/>
              <a:t>ESQUECEU O EMAIL?</a:t>
            </a:r>
          </a:p>
        </p:txBody>
      </p:sp>
    </p:spTree>
    <p:extLst>
      <p:ext uri="{BB962C8B-B14F-4D97-AF65-F5344CB8AC3E}">
        <p14:creationId xmlns:p14="http://schemas.microsoft.com/office/powerpoint/2010/main" val="284094659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Imagem 5">
            <a:extLst>
              <a:ext uri="{FF2B5EF4-FFF2-40B4-BE49-F238E27FC236}">
                <a16:creationId xmlns:a16="http://schemas.microsoft.com/office/drawing/2014/main" id="{22AD9A75-2677-4975-BDA8-A4243A43BD67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750" t="11869" r="8000" b="11088"/>
          <a:stretch/>
        </p:blipFill>
        <p:spPr>
          <a:xfrm>
            <a:off x="19227" y="5110"/>
            <a:ext cx="12172773" cy="6212810"/>
          </a:xfrm>
          <a:prstGeom prst="rect">
            <a:avLst/>
          </a:prstGeom>
        </p:spPr>
      </p:pic>
      <p:sp>
        <p:nvSpPr>
          <p:cNvPr id="4" name="Retângulo 3">
            <a:extLst>
              <a:ext uri="{FF2B5EF4-FFF2-40B4-BE49-F238E27FC236}">
                <a16:creationId xmlns:a16="http://schemas.microsoft.com/office/drawing/2014/main" id="{1D8C5F89-0643-4E6D-90C2-098AFAD94259}"/>
              </a:ext>
            </a:extLst>
          </p:cNvPr>
          <p:cNvSpPr/>
          <p:nvPr/>
        </p:nvSpPr>
        <p:spPr>
          <a:xfrm>
            <a:off x="0" y="4724400"/>
            <a:ext cx="12192000" cy="2148840"/>
          </a:xfrm>
          <a:prstGeom prst="rect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200" b="1" dirty="0"/>
              <a:t>	QUAL SEU CELULAR?</a:t>
            </a:r>
          </a:p>
        </p:txBody>
      </p:sp>
    </p:spTree>
    <p:extLst>
      <p:ext uri="{BB962C8B-B14F-4D97-AF65-F5344CB8AC3E}">
        <p14:creationId xmlns:p14="http://schemas.microsoft.com/office/powerpoint/2010/main" val="365001478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tângulo 1">
            <a:extLst>
              <a:ext uri="{FF2B5EF4-FFF2-40B4-BE49-F238E27FC236}">
                <a16:creationId xmlns:a16="http://schemas.microsoft.com/office/drawing/2014/main" id="{4F851EC3-92DB-4D0F-B328-A82C780F8FE7}"/>
              </a:ext>
            </a:extLst>
          </p:cNvPr>
          <p:cNvSpPr/>
          <p:nvPr/>
        </p:nvSpPr>
        <p:spPr>
          <a:xfrm>
            <a:off x="0" y="-38862"/>
            <a:ext cx="12191238" cy="6896862"/>
          </a:xfrm>
          <a:prstGeom prst="rect">
            <a:avLst/>
          </a:prstGeom>
          <a:solidFill>
            <a:srgbClr val="0F57F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pic>
        <p:nvPicPr>
          <p:cNvPr id="7" name="Imagem 6">
            <a:extLst>
              <a:ext uri="{FF2B5EF4-FFF2-40B4-BE49-F238E27FC236}">
                <a16:creationId xmlns:a16="http://schemas.microsoft.com/office/drawing/2014/main" id="{2A9C0979-06F6-4709-8716-F238E21911D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1920" y="0"/>
            <a:ext cx="4221480" cy="1402762"/>
          </a:xfrm>
          <a:prstGeom prst="rect">
            <a:avLst/>
          </a:prstGeom>
        </p:spPr>
      </p:pic>
      <p:pic>
        <p:nvPicPr>
          <p:cNvPr id="9" name="Imagem 8">
            <a:extLst>
              <a:ext uri="{FF2B5EF4-FFF2-40B4-BE49-F238E27FC236}">
                <a16:creationId xmlns:a16="http://schemas.microsoft.com/office/drawing/2014/main" id="{022935F9-2CF2-4AED-B7EA-22F265BC714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70745" y="-35663"/>
            <a:ext cx="5168805" cy="6893663"/>
          </a:xfrm>
          <a:prstGeom prst="rect">
            <a:avLst/>
          </a:prstGeom>
        </p:spPr>
      </p:pic>
      <p:sp>
        <p:nvSpPr>
          <p:cNvPr id="16" name="CaixaDeTexto 15">
            <a:extLst>
              <a:ext uri="{FF2B5EF4-FFF2-40B4-BE49-F238E27FC236}">
                <a16:creationId xmlns:a16="http://schemas.microsoft.com/office/drawing/2014/main" id="{872D8015-06A7-41DD-99CC-C8D926A0E93D}"/>
              </a:ext>
            </a:extLst>
          </p:cNvPr>
          <p:cNvSpPr txBox="1"/>
          <p:nvPr/>
        </p:nvSpPr>
        <p:spPr>
          <a:xfrm>
            <a:off x="121921" y="1593262"/>
            <a:ext cx="5974080" cy="45243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pt-BR" sz="3200" dirty="0"/>
              <a:t>Se você está com o celular em mãos e desbloqueado</a:t>
            </a:r>
          </a:p>
          <a:p>
            <a:pPr algn="just"/>
            <a:r>
              <a:rPr lang="pt-BR" sz="3200" dirty="0"/>
              <a:t>Para visualizar os e-mails do Google atualmente ativos no aparelho:</a:t>
            </a:r>
          </a:p>
          <a:p>
            <a:pPr marL="342900" indent="-342900" algn="just">
              <a:buAutoNum type="arabicPeriod"/>
            </a:pPr>
            <a:r>
              <a:rPr lang="pt-BR" sz="3200" dirty="0"/>
              <a:t>Abra o aplicativo de Configurações do seu Samsung (ícone de engrenagem).</a:t>
            </a:r>
          </a:p>
        </p:txBody>
      </p:sp>
      <p:sp>
        <p:nvSpPr>
          <p:cNvPr id="3" name="Retângulo 2">
            <a:extLst>
              <a:ext uri="{FF2B5EF4-FFF2-40B4-BE49-F238E27FC236}">
                <a16:creationId xmlns:a16="http://schemas.microsoft.com/office/drawing/2014/main" id="{33704FCD-43A2-4917-BB05-0EA3FB4368F5}"/>
              </a:ext>
            </a:extLst>
          </p:cNvPr>
          <p:cNvSpPr/>
          <p:nvPr/>
        </p:nvSpPr>
        <p:spPr>
          <a:xfrm>
            <a:off x="10687050" y="-38862"/>
            <a:ext cx="1504950" cy="6896862"/>
          </a:xfrm>
          <a:prstGeom prst="rect">
            <a:avLst/>
          </a:prstGeom>
          <a:solidFill>
            <a:srgbClr val="98938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pic>
        <p:nvPicPr>
          <p:cNvPr id="8" name="Imagem 7">
            <a:extLst>
              <a:ext uri="{FF2B5EF4-FFF2-40B4-BE49-F238E27FC236}">
                <a16:creationId xmlns:a16="http://schemas.microsoft.com/office/drawing/2014/main" id="{EC905696-A9E8-4CAF-90DE-80A4445D5748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5912485">
            <a:off x="9595602" y="3488911"/>
            <a:ext cx="3459247" cy="34592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2490054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tângulo 1">
            <a:extLst>
              <a:ext uri="{FF2B5EF4-FFF2-40B4-BE49-F238E27FC236}">
                <a16:creationId xmlns:a16="http://schemas.microsoft.com/office/drawing/2014/main" id="{4F851EC3-92DB-4D0F-B328-A82C780F8FE7}"/>
              </a:ext>
            </a:extLst>
          </p:cNvPr>
          <p:cNvSpPr/>
          <p:nvPr/>
        </p:nvSpPr>
        <p:spPr>
          <a:xfrm>
            <a:off x="0" y="-38862"/>
            <a:ext cx="12191238" cy="6896862"/>
          </a:xfrm>
          <a:prstGeom prst="rect">
            <a:avLst/>
          </a:prstGeom>
          <a:solidFill>
            <a:srgbClr val="0F57F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pic>
        <p:nvPicPr>
          <p:cNvPr id="7" name="Imagem 6">
            <a:extLst>
              <a:ext uri="{FF2B5EF4-FFF2-40B4-BE49-F238E27FC236}">
                <a16:creationId xmlns:a16="http://schemas.microsoft.com/office/drawing/2014/main" id="{2A9C0979-06F6-4709-8716-F238E21911D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1920" y="0"/>
            <a:ext cx="4221480" cy="1402762"/>
          </a:xfrm>
          <a:prstGeom prst="rect">
            <a:avLst/>
          </a:prstGeom>
        </p:spPr>
      </p:pic>
      <p:sp>
        <p:nvSpPr>
          <p:cNvPr id="16" name="CaixaDeTexto 15">
            <a:extLst>
              <a:ext uri="{FF2B5EF4-FFF2-40B4-BE49-F238E27FC236}">
                <a16:creationId xmlns:a16="http://schemas.microsoft.com/office/drawing/2014/main" id="{872D8015-06A7-41DD-99CC-C8D926A0E93D}"/>
              </a:ext>
            </a:extLst>
          </p:cNvPr>
          <p:cNvSpPr txBox="1"/>
          <p:nvPr/>
        </p:nvSpPr>
        <p:spPr>
          <a:xfrm>
            <a:off x="367485" y="1745662"/>
            <a:ext cx="6724650" cy="470898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6000" dirty="0"/>
              <a:t>2.  Role a tela para baixo e selecione Contas e backup.</a:t>
            </a:r>
          </a:p>
          <a:p>
            <a:pPr marL="342900" indent="-342900">
              <a:buAutoNum type="arabicPeriod"/>
            </a:pPr>
            <a:endParaRPr lang="pt-BR" sz="6000" dirty="0"/>
          </a:p>
        </p:txBody>
      </p:sp>
      <p:pic>
        <p:nvPicPr>
          <p:cNvPr id="26" name="Imagem 25">
            <a:extLst>
              <a:ext uri="{FF2B5EF4-FFF2-40B4-BE49-F238E27FC236}">
                <a16:creationId xmlns:a16="http://schemas.microsoft.com/office/drawing/2014/main" id="{A95BADAC-4895-4B19-A776-B10ACFA457D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092135" y="0"/>
            <a:ext cx="5142065" cy="6858000"/>
          </a:xfrm>
          <a:prstGeom prst="rect">
            <a:avLst/>
          </a:prstGeom>
        </p:spPr>
      </p:pic>
      <p:pic>
        <p:nvPicPr>
          <p:cNvPr id="27" name="Imagem 26">
            <a:extLst>
              <a:ext uri="{FF2B5EF4-FFF2-40B4-BE49-F238E27FC236}">
                <a16:creationId xmlns:a16="http://schemas.microsoft.com/office/drawing/2014/main" id="{A81896EA-FDDE-4B3E-B51B-4EF9F35346DD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695" t="1980" r="11198" b="1303"/>
          <a:stretch/>
        </p:blipFill>
        <p:spPr>
          <a:xfrm>
            <a:off x="8324849" y="628650"/>
            <a:ext cx="2628901" cy="5657850"/>
          </a:xfrm>
          <a:prstGeom prst="rect">
            <a:avLst/>
          </a:prstGeom>
        </p:spPr>
      </p:pic>
      <p:pic>
        <p:nvPicPr>
          <p:cNvPr id="23" name="Imagem 22">
            <a:extLst>
              <a:ext uri="{FF2B5EF4-FFF2-40B4-BE49-F238E27FC236}">
                <a16:creationId xmlns:a16="http://schemas.microsoft.com/office/drawing/2014/main" id="{C9AD4DA9-B11C-44A1-9358-F30EF367D6A4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8846787">
            <a:off x="8435828" y="-312120"/>
            <a:ext cx="4762500" cy="4762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0117885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tângulo 1">
            <a:extLst>
              <a:ext uri="{FF2B5EF4-FFF2-40B4-BE49-F238E27FC236}">
                <a16:creationId xmlns:a16="http://schemas.microsoft.com/office/drawing/2014/main" id="{4F851EC3-92DB-4D0F-B328-A82C780F8FE7}"/>
              </a:ext>
            </a:extLst>
          </p:cNvPr>
          <p:cNvSpPr/>
          <p:nvPr/>
        </p:nvSpPr>
        <p:spPr>
          <a:xfrm>
            <a:off x="0" y="-38862"/>
            <a:ext cx="12191238" cy="6896862"/>
          </a:xfrm>
          <a:prstGeom prst="rect">
            <a:avLst/>
          </a:prstGeom>
          <a:solidFill>
            <a:srgbClr val="0F57F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pic>
        <p:nvPicPr>
          <p:cNvPr id="7" name="Imagem 6">
            <a:extLst>
              <a:ext uri="{FF2B5EF4-FFF2-40B4-BE49-F238E27FC236}">
                <a16:creationId xmlns:a16="http://schemas.microsoft.com/office/drawing/2014/main" id="{2A9C0979-06F6-4709-8716-F238E21911D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1920" y="0"/>
            <a:ext cx="4221480" cy="1402762"/>
          </a:xfrm>
          <a:prstGeom prst="rect">
            <a:avLst/>
          </a:prstGeom>
        </p:spPr>
      </p:pic>
      <p:sp>
        <p:nvSpPr>
          <p:cNvPr id="16" name="CaixaDeTexto 15">
            <a:extLst>
              <a:ext uri="{FF2B5EF4-FFF2-40B4-BE49-F238E27FC236}">
                <a16:creationId xmlns:a16="http://schemas.microsoft.com/office/drawing/2014/main" id="{872D8015-06A7-41DD-99CC-C8D926A0E93D}"/>
              </a:ext>
            </a:extLst>
          </p:cNvPr>
          <p:cNvSpPr txBox="1"/>
          <p:nvPr/>
        </p:nvSpPr>
        <p:spPr>
          <a:xfrm>
            <a:off x="367485" y="1745662"/>
            <a:ext cx="6724650" cy="470898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6000" dirty="0"/>
              <a:t>2.  Role a tela para baixo e selecione Contas e backup.</a:t>
            </a:r>
          </a:p>
          <a:p>
            <a:pPr marL="342900" indent="-342900">
              <a:buAutoNum type="arabicPeriod"/>
            </a:pPr>
            <a:endParaRPr lang="pt-BR" sz="6000" dirty="0"/>
          </a:p>
        </p:txBody>
      </p:sp>
      <p:pic>
        <p:nvPicPr>
          <p:cNvPr id="4" name="Imagem 3">
            <a:extLst>
              <a:ext uri="{FF2B5EF4-FFF2-40B4-BE49-F238E27FC236}">
                <a16:creationId xmlns:a16="http://schemas.microsoft.com/office/drawing/2014/main" id="{BB74E041-4C3E-4C59-97B2-920D966685E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042088" y="-38862"/>
            <a:ext cx="5170632" cy="6896100"/>
          </a:xfrm>
          <a:prstGeom prst="rect">
            <a:avLst/>
          </a:prstGeom>
        </p:spPr>
      </p:pic>
      <p:pic>
        <p:nvPicPr>
          <p:cNvPr id="23" name="Imagem 22">
            <a:extLst>
              <a:ext uri="{FF2B5EF4-FFF2-40B4-BE49-F238E27FC236}">
                <a16:creationId xmlns:a16="http://schemas.microsoft.com/office/drawing/2014/main" id="{C9AD4DA9-B11C-44A1-9358-F30EF367D6A4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8846787">
            <a:off x="8445563" y="2388705"/>
            <a:ext cx="4762500" cy="4762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9923252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tângulo 1">
            <a:extLst>
              <a:ext uri="{FF2B5EF4-FFF2-40B4-BE49-F238E27FC236}">
                <a16:creationId xmlns:a16="http://schemas.microsoft.com/office/drawing/2014/main" id="{4F851EC3-92DB-4D0F-B328-A82C780F8FE7}"/>
              </a:ext>
            </a:extLst>
          </p:cNvPr>
          <p:cNvSpPr/>
          <p:nvPr/>
        </p:nvSpPr>
        <p:spPr>
          <a:xfrm>
            <a:off x="0" y="-38862"/>
            <a:ext cx="12191238" cy="6896862"/>
          </a:xfrm>
          <a:prstGeom prst="rect">
            <a:avLst/>
          </a:prstGeom>
          <a:solidFill>
            <a:srgbClr val="0F57F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pic>
        <p:nvPicPr>
          <p:cNvPr id="7" name="Imagem 6">
            <a:extLst>
              <a:ext uri="{FF2B5EF4-FFF2-40B4-BE49-F238E27FC236}">
                <a16:creationId xmlns:a16="http://schemas.microsoft.com/office/drawing/2014/main" id="{2A9C0979-06F6-4709-8716-F238E21911D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1920" y="0"/>
            <a:ext cx="4221480" cy="1402762"/>
          </a:xfrm>
          <a:prstGeom prst="rect">
            <a:avLst/>
          </a:prstGeom>
        </p:spPr>
      </p:pic>
      <p:sp>
        <p:nvSpPr>
          <p:cNvPr id="16" name="CaixaDeTexto 15">
            <a:extLst>
              <a:ext uri="{FF2B5EF4-FFF2-40B4-BE49-F238E27FC236}">
                <a16:creationId xmlns:a16="http://schemas.microsoft.com/office/drawing/2014/main" id="{872D8015-06A7-41DD-99CC-C8D926A0E93D}"/>
              </a:ext>
            </a:extLst>
          </p:cNvPr>
          <p:cNvSpPr txBox="1"/>
          <p:nvPr/>
        </p:nvSpPr>
        <p:spPr>
          <a:xfrm>
            <a:off x="367485" y="1745662"/>
            <a:ext cx="6724650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6000" dirty="0"/>
              <a:t>3. Toque em Gerenciar contas</a:t>
            </a:r>
          </a:p>
        </p:txBody>
      </p:sp>
      <p:pic>
        <p:nvPicPr>
          <p:cNvPr id="6" name="Imagem 5">
            <a:extLst>
              <a:ext uri="{FF2B5EF4-FFF2-40B4-BE49-F238E27FC236}">
                <a16:creationId xmlns:a16="http://schemas.microsoft.com/office/drawing/2014/main" id="{BC354245-536E-47C2-AC4A-E1CB9966A86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020034" y="-38862"/>
            <a:ext cx="5171203" cy="6896862"/>
          </a:xfrm>
          <a:prstGeom prst="rect">
            <a:avLst/>
          </a:prstGeom>
        </p:spPr>
      </p:pic>
      <p:pic>
        <p:nvPicPr>
          <p:cNvPr id="23" name="Imagem 22">
            <a:extLst>
              <a:ext uri="{FF2B5EF4-FFF2-40B4-BE49-F238E27FC236}">
                <a16:creationId xmlns:a16="http://schemas.microsoft.com/office/drawing/2014/main" id="{C9AD4DA9-B11C-44A1-9358-F30EF367D6A4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8846787">
            <a:off x="8445563" y="233257"/>
            <a:ext cx="4762500" cy="4762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9889919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tângulo 1">
            <a:extLst>
              <a:ext uri="{FF2B5EF4-FFF2-40B4-BE49-F238E27FC236}">
                <a16:creationId xmlns:a16="http://schemas.microsoft.com/office/drawing/2014/main" id="{4F851EC3-92DB-4D0F-B328-A82C780F8FE7}"/>
              </a:ext>
            </a:extLst>
          </p:cNvPr>
          <p:cNvSpPr/>
          <p:nvPr/>
        </p:nvSpPr>
        <p:spPr>
          <a:xfrm>
            <a:off x="0" y="-38862"/>
            <a:ext cx="12191238" cy="6896862"/>
          </a:xfrm>
          <a:prstGeom prst="rect">
            <a:avLst/>
          </a:prstGeom>
          <a:solidFill>
            <a:srgbClr val="0F57F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pic>
        <p:nvPicPr>
          <p:cNvPr id="7" name="Imagem 6">
            <a:extLst>
              <a:ext uri="{FF2B5EF4-FFF2-40B4-BE49-F238E27FC236}">
                <a16:creationId xmlns:a16="http://schemas.microsoft.com/office/drawing/2014/main" id="{2A9C0979-06F6-4709-8716-F238E21911D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1920" y="0"/>
            <a:ext cx="4221480" cy="1402762"/>
          </a:xfrm>
          <a:prstGeom prst="rect">
            <a:avLst/>
          </a:prstGeom>
        </p:spPr>
      </p:pic>
      <p:sp>
        <p:nvSpPr>
          <p:cNvPr id="16" name="CaixaDeTexto 15">
            <a:extLst>
              <a:ext uri="{FF2B5EF4-FFF2-40B4-BE49-F238E27FC236}">
                <a16:creationId xmlns:a16="http://schemas.microsoft.com/office/drawing/2014/main" id="{872D8015-06A7-41DD-99CC-C8D926A0E93D}"/>
              </a:ext>
            </a:extLst>
          </p:cNvPr>
          <p:cNvSpPr txBox="1"/>
          <p:nvPr/>
        </p:nvSpPr>
        <p:spPr>
          <a:xfrm>
            <a:off x="367484" y="1745662"/>
            <a:ext cx="8268579" cy="415498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pt-BR" sz="4400" dirty="0"/>
              <a:t>4. Você verá uma lista com todas as contas conectadas. Procure pelos endereços que terminam com @gmail.com (com o ícone colorido do Google).</a:t>
            </a:r>
          </a:p>
        </p:txBody>
      </p:sp>
      <p:pic>
        <p:nvPicPr>
          <p:cNvPr id="4" name="Imagem 3">
            <a:extLst>
              <a:ext uri="{FF2B5EF4-FFF2-40B4-BE49-F238E27FC236}">
                <a16:creationId xmlns:a16="http://schemas.microsoft.com/office/drawing/2014/main" id="{B451A903-3DA5-4652-A0F2-C69100A36BF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820150" y="0"/>
            <a:ext cx="3371850" cy="6837363"/>
          </a:xfrm>
          <a:prstGeom prst="rect">
            <a:avLst/>
          </a:prstGeom>
        </p:spPr>
      </p:pic>
      <p:pic>
        <p:nvPicPr>
          <p:cNvPr id="23" name="Imagem 22">
            <a:extLst>
              <a:ext uri="{FF2B5EF4-FFF2-40B4-BE49-F238E27FC236}">
                <a16:creationId xmlns:a16="http://schemas.microsoft.com/office/drawing/2014/main" id="{C9AD4DA9-B11C-44A1-9358-F30EF367D6A4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636063" y="2134362"/>
            <a:ext cx="4762500" cy="4762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4015222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tângulo 1">
            <a:extLst>
              <a:ext uri="{FF2B5EF4-FFF2-40B4-BE49-F238E27FC236}">
                <a16:creationId xmlns:a16="http://schemas.microsoft.com/office/drawing/2014/main" id="{4F851EC3-92DB-4D0F-B328-A82C780F8FE7}"/>
              </a:ext>
            </a:extLst>
          </p:cNvPr>
          <p:cNvSpPr/>
          <p:nvPr/>
        </p:nvSpPr>
        <p:spPr>
          <a:xfrm>
            <a:off x="0" y="-38862"/>
            <a:ext cx="12191238" cy="6896862"/>
          </a:xfrm>
          <a:prstGeom prst="rect">
            <a:avLst/>
          </a:prstGeom>
          <a:solidFill>
            <a:srgbClr val="0F57F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16" name="CaixaDeTexto 15">
            <a:extLst>
              <a:ext uri="{FF2B5EF4-FFF2-40B4-BE49-F238E27FC236}">
                <a16:creationId xmlns:a16="http://schemas.microsoft.com/office/drawing/2014/main" id="{872D8015-06A7-41DD-99CC-C8D926A0E93D}"/>
              </a:ext>
            </a:extLst>
          </p:cNvPr>
          <p:cNvSpPr txBox="1"/>
          <p:nvPr/>
        </p:nvSpPr>
        <p:spPr>
          <a:xfrm>
            <a:off x="367484" y="1745662"/>
            <a:ext cx="8268579" cy="48320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pt-BR" sz="4400" i="1" dirty="0"/>
              <a:t>Alternativa rápida:</a:t>
            </a:r>
            <a:r>
              <a:rPr lang="pt-BR" sz="4400" dirty="0"/>
              <a:t> Abra o aplicativo do </a:t>
            </a:r>
            <a:r>
              <a:rPr lang="pt-BR" sz="4400" b="1" dirty="0"/>
              <a:t>Gmail</a:t>
            </a:r>
            <a:r>
              <a:rPr lang="pt-BR" sz="4400" dirty="0"/>
              <a:t> ou da </a:t>
            </a:r>
            <a:r>
              <a:rPr lang="pt-BR" sz="4400" b="1" dirty="0"/>
              <a:t>Play </a:t>
            </a:r>
            <a:r>
              <a:rPr lang="pt-BR" sz="4400" b="1" dirty="0" err="1"/>
              <a:t>Store</a:t>
            </a:r>
            <a:r>
              <a:rPr lang="pt-BR" sz="4400" dirty="0"/>
              <a:t> e toque na sua </a:t>
            </a:r>
            <a:r>
              <a:rPr lang="pt-BR" sz="4400" b="1" dirty="0"/>
              <a:t>foto de perfil</a:t>
            </a:r>
            <a:r>
              <a:rPr lang="pt-BR" sz="4400" dirty="0"/>
              <a:t> no canto superior direito. O e-mail principal aparecerá logo abaixo do seu nome</a:t>
            </a:r>
            <a:endParaRPr lang="pt-BR" sz="8800" dirty="0"/>
          </a:p>
        </p:txBody>
      </p:sp>
      <p:sp>
        <p:nvSpPr>
          <p:cNvPr id="6" name="Retângulo 5">
            <a:extLst>
              <a:ext uri="{FF2B5EF4-FFF2-40B4-BE49-F238E27FC236}">
                <a16:creationId xmlns:a16="http://schemas.microsoft.com/office/drawing/2014/main" id="{E0B03B30-68DD-BC7C-745E-6B16524C0595}"/>
              </a:ext>
            </a:extLst>
          </p:cNvPr>
          <p:cNvSpPr/>
          <p:nvPr/>
        </p:nvSpPr>
        <p:spPr>
          <a:xfrm>
            <a:off x="8820150" y="-38862"/>
            <a:ext cx="3371088" cy="6896862"/>
          </a:xfrm>
          <a:prstGeom prst="rect">
            <a:avLst/>
          </a:prstGeom>
          <a:solidFill>
            <a:srgbClr val="98938D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pic>
        <p:nvPicPr>
          <p:cNvPr id="8194" name="Picture 2" descr="Google Play Store permitirá desinstalar apps remotamente">
            <a:extLst>
              <a:ext uri="{FF2B5EF4-FFF2-40B4-BE49-F238E27FC236}">
                <a16:creationId xmlns:a16="http://schemas.microsoft.com/office/drawing/2014/main" id="{0D4D2FA3-89A1-4669-9B54-100AD927D69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095619" y="135628"/>
            <a:ext cx="2429362" cy="161003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" name="Imagem 7">
            <a:extLst>
              <a:ext uri="{FF2B5EF4-FFF2-40B4-BE49-F238E27FC236}">
                <a16:creationId xmlns:a16="http://schemas.microsoft.com/office/drawing/2014/main" id="{A33C8113-C10F-E9D1-9A7A-A7E83D038F4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58504" y="561974"/>
            <a:ext cx="2804699" cy="5734050"/>
          </a:xfrm>
          <a:prstGeom prst="rect">
            <a:avLst/>
          </a:prstGeom>
        </p:spPr>
      </p:pic>
      <p:pic>
        <p:nvPicPr>
          <p:cNvPr id="9" name="Imagem 8">
            <a:extLst>
              <a:ext uri="{FF2B5EF4-FFF2-40B4-BE49-F238E27FC236}">
                <a16:creationId xmlns:a16="http://schemas.microsoft.com/office/drawing/2014/main" id="{C9AD4DA9-B11C-44A1-9358-F30EF367D6A4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695971" y="561974"/>
            <a:ext cx="4762500" cy="4762500"/>
          </a:xfrm>
          <a:prstGeom prst="rect">
            <a:avLst/>
          </a:prstGeom>
        </p:spPr>
      </p:pic>
      <p:pic>
        <p:nvPicPr>
          <p:cNvPr id="11" name="Imagem 10">
            <a:extLst>
              <a:ext uri="{FF2B5EF4-FFF2-40B4-BE49-F238E27FC236}">
                <a16:creationId xmlns:a16="http://schemas.microsoft.com/office/drawing/2014/main" id="{1B38F919-E9CA-DF9A-3ED1-1FBBB38D5EEC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1920" y="0"/>
            <a:ext cx="4221480" cy="14027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2216157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tângulo 1">
            <a:extLst>
              <a:ext uri="{FF2B5EF4-FFF2-40B4-BE49-F238E27FC236}">
                <a16:creationId xmlns:a16="http://schemas.microsoft.com/office/drawing/2014/main" id="{4F851EC3-92DB-4D0F-B328-A82C780F8FE7}"/>
              </a:ext>
            </a:extLst>
          </p:cNvPr>
          <p:cNvSpPr/>
          <p:nvPr/>
        </p:nvSpPr>
        <p:spPr>
          <a:xfrm>
            <a:off x="0" y="-38862"/>
            <a:ext cx="12191238" cy="6896862"/>
          </a:xfrm>
          <a:prstGeom prst="rect">
            <a:avLst/>
          </a:prstGeom>
          <a:solidFill>
            <a:srgbClr val="FE692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>
              <a:solidFill>
                <a:schemeClr val="bg1"/>
              </a:solidFill>
            </a:endParaRPr>
          </a:p>
        </p:txBody>
      </p:sp>
      <p:sp>
        <p:nvSpPr>
          <p:cNvPr id="16" name="CaixaDeTexto 15">
            <a:extLst>
              <a:ext uri="{FF2B5EF4-FFF2-40B4-BE49-F238E27FC236}">
                <a16:creationId xmlns:a16="http://schemas.microsoft.com/office/drawing/2014/main" id="{872D8015-06A7-41DD-99CC-C8D926A0E93D}"/>
              </a:ext>
            </a:extLst>
          </p:cNvPr>
          <p:cNvSpPr txBox="1"/>
          <p:nvPr/>
        </p:nvSpPr>
        <p:spPr>
          <a:xfrm>
            <a:off x="197078" y="2132838"/>
            <a:ext cx="6697980" cy="30469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pt-BR" sz="3200" b="1" dirty="0"/>
              <a:t>Como encontrar o Gmail no celular• Pelo menu de Configurações:	</a:t>
            </a:r>
          </a:p>
          <a:p>
            <a:pPr algn="just"/>
            <a:endParaRPr lang="pt-BR" sz="3200" b="1" dirty="0"/>
          </a:p>
          <a:p>
            <a:pPr algn="just"/>
            <a:r>
              <a:rPr lang="pt-BR" sz="3200" b="1" dirty="0"/>
              <a:t>1. Deslize a tela para cima e abra Configurar (Configurações)</a:t>
            </a:r>
          </a:p>
        </p:txBody>
      </p:sp>
      <p:pic>
        <p:nvPicPr>
          <p:cNvPr id="8" name="Imagem 7">
            <a:extLst>
              <a:ext uri="{FF2B5EF4-FFF2-40B4-BE49-F238E27FC236}">
                <a16:creationId xmlns:a16="http://schemas.microsoft.com/office/drawing/2014/main" id="{7835F17F-BC50-411B-9827-68C9D371954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743200" y="-289219"/>
            <a:ext cx="2171700" cy="2171700"/>
          </a:xfrm>
          <a:prstGeom prst="rect">
            <a:avLst/>
          </a:prstGeom>
        </p:spPr>
      </p:pic>
      <p:pic>
        <p:nvPicPr>
          <p:cNvPr id="13" name="Imagem 12">
            <a:extLst>
              <a:ext uri="{FF2B5EF4-FFF2-40B4-BE49-F238E27FC236}">
                <a16:creationId xmlns:a16="http://schemas.microsoft.com/office/drawing/2014/main" id="{096BB4DD-C10A-4CB0-B48C-709F03F2D4D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062998" y="-19050"/>
            <a:ext cx="5171203" cy="6896862"/>
          </a:xfrm>
          <a:prstGeom prst="rect">
            <a:avLst/>
          </a:prstGeom>
        </p:spPr>
      </p:pic>
      <p:pic>
        <p:nvPicPr>
          <p:cNvPr id="14" name="Imagem 13">
            <a:extLst>
              <a:ext uri="{FF2B5EF4-FFF2-40B4-BE49-F238E27FC236}">
                <a16:creationId xmlns:a16="http://schemas.microsoft.com/office/drawing/2014/main" id="{355F7262-CDE2-4EEE-87A8-77512B79922E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5912485">
            <a:off x="10265298" y="3450987"/>
            <a:ext cx="3459247" cy="34592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9940538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tângulo 1">
            <a:extLst>
              <a:ext uri="{FF2B5EF4-FFF2-40B4-BE49-F238E27FC236}">
                <a16:creationId xmlns:a16="http://schemas.microsoft.com/office/drawing/2014/main" id="{4F851EC3-92DB-4D0F-B328-A82C780F8FE7}"/>
              </a:ext>
            </a:extLst>
          </p:cNvPr>
          <p:cNvSpPr/>
          <p:nvPr/>
        </p:nvSpPr>
        <p:spPr>
          <a:xfrm>
            <a:off x="0" y="-38862"/>
            <a:ext cx="12191238" cy="6896862"/>
          </a:xfrm>
          <a:prstGeom prst="rect">
            <a:avLst/>
          </a:prstGeom>
          <a:solidFill>
            <a:srgbClr val="FE692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>
              <a:solidFill>
                <a:schemeClr val="bg1"/>
              </a:solidFill>
            </a:endParaRPr>
          </a:p>
        </p:txBody>
      </p:sp>
      <p:sp>
        <p:nvSpPr>
          <p:cNvPr id="16" name="CaixaDeTexto 15">
            <a:extLst>
              <a:ext uri="{FF2B5EF4-FFF2-40B4-BE49-F238E27FC236}">
                <a16:creationId xmlns:a16="http://schemas.microsoft.com/office/drawing/2014/main" id="{872D8015-06A7-41DD-99CC-C8D926A0E93D}"/>
              </a:ext>
            </a:extLst>
          </p:cNvPr>
          <p:cNvSpPr txBox="1"/>
          <p:nvPr/>
        </p:nvSpPr>
        <p:spPr>
          <a:xfrm>
            <a:off x="170054" y="1687354"/>
            <a:ext cx="6697980" cy="470898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6000" dirty="0"/>
              <a:t>2. Role e toque em </a:t>
            </a:r>
          </a:p>
          <a:p>
            <a:r>
              <a:rPr lang="pt-BR" sz="6000" b="1" dirty="0"/>
              <a:t>Senhas e contas </a:t>
            </a:r>
            <a:r>
              <a:rPr lang="pt-BR" sz="6000" dirty="0"/>
              <a:t>ou </a:t>
            </a:r>
            <a:br>
              <a:rPr lang="pt-BR" sz="6000" dirty="0"/>
            </a:br>
            <a:r>
              <a:rPr lang="pt-BR" sz="6000" b="1" dirty="0"/>
              <a:t>Contas</a:t>
            </a:r>
            <a:r>
              <a:rPr lang="pt-BR" sz="6000" dirty="0"/>
              <a:t>.</a:t>
            </a:r>
          </a:p>
        </p:txBody>
      </p:sp>
      <p:pic>
        <p:nvPicPr>
          <p:cNvPr id="8" name="Imagem 7">
            <a:extLst>
              <a:ext uri="{FF2B5EF4-FFF2-40B4-BE49-F238E27FC236}">
                <a16:creationId xmlns:a16="http://schemas.microsoft.com/office/drawing/2014/main" id="{7835F17F-BC50-411B-9827-68C9D371954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743200" y="-289219"/>
            <a:ext cx="2171700" cy="2171700"/>
          </a:xfrm>
          <a:prstGeom prst="rect">
            <a:avLst/>
          </a:prstGeom>
        </p:spPr>
      </p:pic>
      <p:pic>
        <p:nvPicPr>
          <p:cNvPr id="5" name="Imagem 4">
            <a:extLst>
              <a:ext uri="{FF2B5EF4-FFF2-40B4-BE49-F238E27FC236}">
                <a16:creationId xmlns:a16="http://schemas.microsoft.com/office/drawing/2014/main" id="{3E15E2B5-0B8C-4550-BB63-370FA283378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038087" y="-38862"/>
            <a:ext cx="5171203" cy="6896862"/>
          </a:xfrm>
          <a:prstGeom prst="rect">
            <a:avLst/>
          </a:prstGeom>
        </p:spPr>
      </p:pic>
      <p:pic>
        <p:nvPicPr>
          <p:cNvPr id="14" name="Imagem 13">
            <a:extLst>
              <a:ext uri="{FF2B5EF4-FFF2-40B4-BE49-F238E27FC236}">
                <a16:creationId xmlns:a16="http://schemas.microsoft.com/office/drawing/2014/main" id="{355F7262-CDE2-4EEE-87A8-77512B79922E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5912485">
            <a:off x="9776700" y="-701913"/>
            <a:ext cx="3459247" cy="34592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6050478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tângulo 1">
            <a:extLst>
              <a:ext uri="{FF2B5EF4-FFF2-40B4-BE49-F238E27FC236}">
                <a16:creationId xmlns:a16="http://schemas.microsoft.com/office/drawing/2014/main" id="{4F851EC3-92DB-4D0F-B328-A82C780F8FE7}"/>
              </a:ext>
            </a:extLst>
          </p:cNvPr>
          <p:cNvSpPr/>
          <p:nvPr/>
        </p:nvSpPr>
        <p:spPr>
          <a:xfrm>
            <a:off x="0" y="-38862"/>
            <a:ext cx="12191238" cy="6896862"/>
          </a:xfrm>
          <a:prstGeom prst="rect">
            <a:avLst/>
          </a:prstGeom>
          <a:solidFill>
            <a:srgbClr val="FE692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>
              <a:solidFill>
                <a:schemeClr val="bg1"/>
              </a:solidFill>
            </a:endParaRPr>
          </a:p>
        </p:txBody>
      </p:sp>
      <p:sp>
        <p:nvSpPr>
          <p:cNvPr id="16" name="CaixaDeTexto 15">
            <a:extLst>
              <a:ext uri="{FF2B5EF4-FFF2-40B4-BE49-F238E27FC236}">
                <a16:creationId xmlns:a16="http://schemas.microsoft.com/office/drawing/2014/main" id="{872D8015-06A7-41DD-99CC-C8D926A0E93D}"/>
              </a:ext>
            </a:extLst>
          </p:cNvPr>
          <p:cNvSpPr txBox="1"/>
          <p:nvPr/>
        </p:nvSpPr>
        <p:spPr>
          <a:xfrm>
            <a:off x="170054" y="1687354"/>
            <a:ext cx="6697980" cy="470898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6000" dirty="0"/>
              <a:t>2. Role e toque em </a:t>
            </a:r>
          </a:p>
          <a:p>
            <a:r>
              <a:rPr lang="pt-BR" sz="6000" b="1" dirty="0"/>
              <a:t>Senhas e contas </a:t>
            </a:r>
            <a:r>
              <a:rPr lang="pt-BR" sz="6000" dirty="0"/>
              <a:t>ou </a:t>
            </a:r>
            <a:br>
              <a:rPr lang="pt-BR" sz="6000" dirty="0"/>
            </a:br>
            <a:r>
              <a:rPr lang="pt-BR" sz="6000" b="1" dirty="0"/>
              <a:t>Contas</a:t>
            </a:r>
            <a:r>
              <a:rPr lang="pt-BR" sz="6000" dirty="0"/>
              <a:t>.</a:t>
            </a:r>
          </a:p>
        </p:txBody>
      </p:sp>
      <p:pic>
        <p:nvPicPr>
          <p:cNvPr id="8" name="Imagem 7">
            <a:extLst>
              <a:ext uri="{FF2B5EF4-FFF2-40B4-BE49-F238E27FC236}">
                <a16:creationId xmlns:a16="http://schemas.microsoft.com/office/drawing/2014/main" id="{7835F17F-BC50-411B-9827-68C9D371954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743200" y="-289219"/>
            <a:ext cx="2171700" cy="2171700"/>
          </a:xfrm>
          <a:prstGeom prst="rect">
            <a:avLst/>
          </a:prstGeom>
        </p:spPr>
      </p:pic>
      <p:pic>
        <p:nvPicPr>
          <p:cNvPr id="4" name="Imagem 3">
            <a:extLst>
              <a:ext uri="{FF2B5EF4-FFF2-40B4-BE49-F238E27FC236}">
                <a16:creationId xmlns:a16="http://schemas.microsoft.com/office/drawing/2014/main" id="{7EF2386C-3C96-4187-AD9E-6A0ECBEEDA7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038086" y="-38862"/>
            <a:ext cx="5171203" cy="6896862"/>
          </a:xfrm>
          <a:prstGeom prst="rect">
            <a:avLst/>
          </a:prstGeom>
        </p:spPr>
      </p:pic>
      <p:sp>
        <p:nvSpPr>
          <p:cNvPr id="6" name="Retângulo 5">
            <a:extLst>
              <a:ext uri="{FF2B5EF4-FFF2-40B4-BE49-F238E27FC236}">
                <a16:creationId xmlns:a16="http://schemas.microsoft.com/office/drawing/2014/main" id="{EF8D701B-3499-441F-A454-7E9D33A0F171}"/>
              </a:ext>
            </a:extLst>
          </p:cNvPr>
          <p:cNvSpPr/>
          <p:nvPr/>
        </p:nvSpPr>
        <p:spPr>
          <a:xfrm>
            <a:off x="9182100" y="2609850"/>
            <a:ext cx="933450" cy="536284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pic>
        <p:nvPicPr>
          <p:cNvPr id="14" name="Imagem 13">
            <a:extLst>
              <a:ext uri="{FF2B5EF4-FFF2-40B4-BE49-F238E27FC236}">
                <a16:creationId xmlns:a16="http://schemas.microsoft.com/office/drawing/2014/main" id="{355F7262-CDE2-4EEE-87A8-77512B79922E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5912485">
            <a:off x="8904588" y="728405"/>
            <a:ext cx="3459247" cy="34592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6369713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tângulo 1">
            <a:extLst>
              <a:ext uri="{FF2B5EF4-FFF2-40B4-BE49-F238E27FC236}">
                <a16:creationId xmlns:a16="http://schemas.microsoft.com/office/drawing/2014/main" id="{4F851EC3-92DB-4D0F-B328-A82C780F8FE7}"/>
              </a:ext>
            </a:extLst>
          </p:cNvPr>
          <p:cNvSpPr/>
          <p:nvPr/>
        </p:nvSpPr>
        <p:spPr>
          <a:xfrm>
            <a:off x="0" y="-38862"/>
            <a:ext cx="12191238" cy="6896862"/>
          </a:xfrm>
          <a:prstGeom prst="rect">
            <a:avLst/>
          </a:prstGeom>
          <a:solidFill>
            <a:srgbClr val="FE692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>
              <a:solidFill>
                <a:schemeClr val="bg1"/>
              </a:solidFill>
            </a:endParaRPr>
          </a:p>
        </p:txBody>
      </p:sp>
      <p:sp>
        <p:nvSpPr>
          <p:cNvPr id="16" name="CaixaDeTexto 15">
            <a:extLst>
              <a:ext uri="{FF2B5EF4-FFF2-40B4-BE49-F238E27FC236}">
                <a16:creationId xmlns:a16="http://schemas.microsoft.com/office/drawing/2014/main" id="{872D8015-06A7-41DD-99CC-C8D926A0E93D}"/>
              </a:ext>
            </a:extLst>
          </p:cNvPr>
          <p:cNvSpPr txBox="1"/>
          <p:nvPr/>
        </p:nvSpPr>
        <p:spPr>
          <a:xfrm>
            <a:off x="170054" y="1687354"/>
            <a:ext cx="6697980" cy="470898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6000" dirty="0"/>
              <a:t>3. Toque em </a:t>
            </a:r>
            <a:r>
              <a:rPr lang="pt-BR" sz="6000" b="1" dirty="0"/>
              <a:t>Google</a:t>
            </a:r>
            <a:r>
              <a:rPr lang="pt-BR" sz="6000" dirty="0"/>
              <a:t> para ver a lista de contas vinculadas ao aparelho</a:t>
            </a:r>
          </a:p>
        </p:txBody>
      </p:sp>
      <p:pic>
        <p:nvPicPr>
          <p:cNvPr id="8" name="Imagem 7">
            <a:extLst>
              <a:ext uri="{FF2B5EF4-FFF2-40B4-BE49-F238E27FC236}">
                <a16:creationId xmlns:a16="http://schemas.microsoft.com/office/drawing/2014/main" id="{7835F17F-BC50-411B-9827-68C9D371954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743200" y="-289219"/>
            <a:ext cx="2171700" cy="2171700"/>
          </a:xfrm>
          <a:prstGeom prst="rect">
            <a:avLst/>
          </a:prstGeom>
        </p:spPr>
      </p:pic>
      <p:pic>
        <p:nvPicPr>
          <p:cNvPr id="10" name="Imagem 9">
            <a:extLst>
              <a:ext uri="{FF2B5EF4-FFF2-40B4-BE49-F238E27FC236}">
                <a16:creationId xmlns:a16="http://schemas.microsoft.com/office/drawing/2014/main" id="{C7BA3CC9-2BE2-4E6E-A616-E2FEAABB67D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958603" y="-121810"/>
            <a:ext cx="5233397" cy="6979810"/>
          </a:xfrm>
          <a:prstGeom prst="rect">
            <a:avLst/>
          </a:prstGeom>
        </p:spPr>
      </p:pic>
      <p:pic>
        <p:nvPicPr>
          <p:cNvPr id="11" name="Imagem 10">
            <a:extLst>
              <a:ext uri="{FF2B5EF4-FFF2-40B4-BE49-F238E27FC236}">
                <a16:creationId xmlns:a16="http://schemas.microsoft.com/office/drawing/2014/main" id="{AC41E459-7126-4404-9C0C-9B18B417BED1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5912485">
            <a:off x="8916004" y="-150777"/>
            <a:ext cx="3459247" cy="34592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3919909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tângulo 1">
            <a:extLst>
              <a:ext uri="{FF2B5EF4-FFF2-40B4-BE49-F238E27FC236}">
                <a16:creationId xmlns:a16="http://schemas.microsoft.com/office/drawing/2014/main" id="{4F851EC3-92DB-4D0F-B328-A82C780F8FE7}"/>
              </a:ext>
            </a:extLst>
          </p:cNvPr>
          <p:cNvSpPr/>
          <p:nvPr/>
        </p:nvSpPr>
        <p:spPr>
          <a:xfrm>
            <a:off x="0" y="-38862"/>
            <a:ext cx="12191238" cy="6896862"/>
          </a:xfrm>
          <a:prstGeom prst="rect">
            <a:avLst/>
          </a:prstGeom>
          <a:solidFill>
            <a:srgbClr val="FE692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>
              <a:solidFill>
                <a:schemeClr val="bg1"/>
              </a:solidFill>
            </a:endParaRPr>
          </a:p>
        </p:txBody>
      </p:sp>
      <p:pic>
        <p:nvPicPr>
          <p:cNvPr id="8" name="Imagem 7">
            <a:extLst>
              <a:ext uri="{FF2B5EF4-FFF2-40B4-BE49-F238E27FC236}">
                <a16:creationId xmlns:a16="http://schemas.microsoft.com/office/drawing/2014/main" id="{7835F17F-BC50-411B-9827-68C9D371954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743200" y="-289219"/>
            <a:ext cx="2171700" cy="2171700"/>
          </a:xfrm>
          <a:prstGeom prst="rect">
            <a:avLst/>
          </a:prstGeom>
        </p:spPr>
      </p:pic>
      <p:pic>
        <p:nvPicPr>
          <p:cNvPr id="4" name="Imagem 3">
            <a:extLst>
              <a:ext uri="{FF2B5EF4-FFF2-40B4-BE49-F238E27FC236}">
                <a16:creationId xmlns:a16="http://schemas.microsoft.com/office/drawing/2014/main" id="{6A33A702-8A78-449E-AE1D-F3C1D1E1AE3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010401" y="-38862"/>
            <a:ext cx="5181600" cy="6910728"/>
          </a:xfrm>
          <a:prstGeom prst="rect">
            <a:avLst/>
          </a:prstGeom>
        </p:spPr>
      </p:pic>
      <p:pic>
        <p:nvPicPr>
          <p:cNvPr id="11" name="Imagem 10">
            <a:extLst>
              <a:ext uri="{FF2B5EF4-FFF2-40B4-BE49-F238E27FC236}">
                <a16:creationId xmlns:a16="http://schemas.microsoft.com/office/drawing/2014/main" id="{AC41E459-7126-4404-9C0C-9B18B417BED1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5912485">
            <a:off x="9570117" y="-455577"/>
            <a:ext cx="3459247" cy="3459247"/>
          </a:xfrm>
          <a:prstGeom prst="rect">
            <a:avLst/>
          </a:prstGeom>
        </p:spPr>
      </p:pic>
      <p:sp>
        <p:nvSpPr>
          <p:cNvPr id="12" name="CaixaDeTexto 11">
            <a:extLst>
              <a:ext uri="{FF2B5EF4-FFF2-40B4-BE49-F238E27FC236}">
                <a16:creationId xmlns:a16="http://schemas.microsoft.com/office/drawing/2014/main" id="{45700555-821E-4CEE-97A1-5282C1535541}"/>
              </a:ext>
            </a:extLst>
          </p:cNvPr>
          <p:cNvSpPr txBox="1"/>
          <p:nvPr/>
        </p:nvSpPr>
        <p:spPr>
          <a:xfrm>
            <a:off x="170054" y="1687354"/>
            <a:ext cx="6697980" cy="470898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6000" dirty="0"/>
              <a:t>3. Toque em </a:t>
            </a:r>
            <a:r>
              <a:rPr lang="pt-BR" sz="6000" b="1" dirty="0"/>
              <a:t>Google</a:t>
            </a:r>
            <a:r>
              <a:rPr lang="pt-BR" sz="6000" dirty="0"/>
              <a:t> para ver a lista de contas vinculadas ao aparelho</a:t>
            </a:r>
          </a:p>
        </p:txBody>
      </p:sp>
    </p:spTree>
    <p:extLst>
      <p:ext uri="{BB962C8B-B14F-4D97-AF65-F5344CB8AC3E}">
        <p14:creationId xmlns:p14="http://schemas.microsoft.com/office/powerpoint/2010/main" val="1264069110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E5BC581-EA4D-B17E-52B0-8F94BE4D1D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tângulo 1">
            <a:extLst>
              <a:ext uri="{FF2B5EF4-FFF2-40B4-BE49-F238E27FC236}">
                <a16:creationId xmlns:a16="http://schemas.microsoft.com/office/drawing/2014/main" id="{F63457CC-E9FD-4BD4-5105-3FE3BBB759FA}"/>
              </a:ext>
            </a:extLst>
          </p:cNvPr>
          <p:cNvSpPr/>
          <p:nvPr/>
        </p:nvSpPr>
        <p:spPr>
          <a:xfrm>
            <a:off x="0" y="-38862"/>
            <a:ext cx="12191238" cy="6896862"/>
          </a:xfrm>
          <a:prstGeom prst="rect">
            <a:avLst/>
          </a:prstGeom>
          <a:solidFill>
            <a:srgbClr val="FE692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16" name="CaixaDeTexto 15">
            <a:extLst>
              <a:ext uri="{FF2B5EF4-FFF2-40B4-BE49-F238E27FC236}">
                <a16:creationId xmlns:a16="http://schemas.microsoft.com/office/drawing/2014/main" id="{DF0352C0-CFE2-CBAB-55B1-BB43B8A3D0DF}"/>
              </a:ext>
            </a:extLst>
          </p:cNvPr>
          <p:cNvSpPr txBox="1"/>
          <p:nvPr/>
        </p:nvSpPr>
        <p:spPr>
          <a:xfrm>
            <a:off x="367484" y="1745662"/>
            <a:ext cx="8268579" cy="48320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pt-BR" sz="4400" i="1" dirty="0"/>
              <a:t>Alternativa rápida:</a:t>
            </a:r>
            <a:r>
              <a:rPr lang="pt-BR" sz="4400" dirty="0"/>
              <a:t> Abra o aplicativo do </a:t>
            </a:r>
            <a:r>
              <a:rPr lang="pt-BR" sz="4400" b="1" dirty="0"/>
              <a:t>Gmail</a:t>
            </a:r>
            <a:r>
              <a:rPr lang="pt-BR" sz="4400" dirty="0"/>
              <a:t> ou da </a:t>
            </a:r>
            <a:r>
              <a:rPr lang="pt-BR" sz="4400" b="1" dirty="0"/>
              <a:t>Play </a:t>
            </a:r>
            <a:r>
              <a:rPr lang="pt-BR" sz="4400" b="1" dirty="0" err="1"/>
              <a:t>Store</a:t>
            </a:r>
            <a:r>
              <a:rPr lang="pt-BR" sz="4400" dirty="0"/>
              <a:t> e toque na sua </a:t>
            </a:r>
            <a:r>
              <a:rPr lang="pt-BR" sz="4400" b="1" dirty="0"/>
              <a:t>foto de perfil</a:t>
            </a:r>
            <a:r>
              <a:rPr lang="pt-BR" sz="4400" dirty="0"/>
              <a:t> no canto superior direito. O e-mail principal aparecerá logo abaixo do seu nome</a:t>
            </a:r>
            <a:endParaRPr lang="pt-BR" sz="8800" dirty="0"/>
          </a:p>
        </p:txBody>
      </p:sp>
      <p:sp>
        <p:nvSpPr>
          <p:cNvPr id="6" name="Retângulo 5">
            <a:extLst>
              <a:ext uri="{FF2B5EF4-FFF2-40B4-BE49-F238E27FC236}">
                <a16:creationId xmlns:a16="http://schemas.microsoft.com/office/drawing/2014/main" id="{1BA0DDF3-7D8B-415A-F8BC-6694BB24EE85}"/>
              </a:ext>
            </a:extLst>
          </p:cNvPr>
          <p:cNvSpPr/>
          <p:nvPr/>
        </p:nvSpPr>
        <p:spPr>
          <a:xfrm>
            <a:off x="8820150" y="-38862"/>
            <a:ext cx="3371088" cy="6896862"/>
          </a:xfrm>
          <a:prstGeom prst="rect">
            <a:avLst/>
          </a:prstGeom>
          <a:solidFill>
            <a:srgbClr val="98938D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pic>
        <p:nvPicPr>
          <p:cNvPr id="8194" name="Picture 2" descr="Google Play Store permitirá desinstalar apps remotamente">
            <a:extLst>
              <a:ext uri="{FF2B5EF4-FFF2-40B4-BE49-F238E27FC236}">
                <a16:creationId xmlns:a16="http://schemas.microsoft.com/office/drawing/2014/main" id="{37EAF569-59DF-348F-29AB-720B7AF2A6A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095619" y="135628"/>
            <a:ext cx="2429362" cy="161003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" name="Imagem 7">
            <a:extLst>
              <a:ext uri="{FF2B5EF4-FFF2-40B4-BE49-F238E27FC236}">
                <a16:creationId xmlns:a16="http://schemas.microsoft.com/office/drawing/2014/main" id="{E9017D50-AFB9-3FC1-5B2D-A5F3D97DE44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58504" y="561974"/>
            <a:ext cx="2804699" cy="5734050"/>
          </a:xfrm>
          <a:prstGeom prst="rect">
            <a:avLst/>
          </a:prstGeom>
        </p:spPr>
      </p:pic>
      <p:pic>
        <p:nvPicPr>
          <p:cNvPr id="9" name="Imagem 8">
            <a:extLst>
              <a:ext uri="{FF2B5EF4-FFF2-40B4-BE49-F238E27FC236}">
                <a16:creationId xmlns:a16="http://schemas.microsoft.com/office/drawing/2014/main" id="{5A7DA84C-A81C-DC35-3003-30CFD9F6EE6A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695971" y="561974"/>
            <a:ext cx="4762500" cy="4762500"/>
          </a:xfrm>
          <a:prstGeom prst="rect">
            <a:avLst/>
          </a:prstGeom>
        </p:spPr>
      </p:pic>
      <p:pic>
        <p:nvPicPr>
          <p:cNvPr id="7" name="Imagem 6">
            <a:extLst>
              <a:ext uri="{FF2B5EF4-FFF2-40B4-BE49-F238E27FC236}">
                <a16:creationId xmlns:a16="http://schemas.microsoft.com/office/drawing/2014/main" id="{03219C6F-8CDE-7A17-23D0-95105EFB4911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743200" y="-289219"/>
            <a:ext cx="2171700" cy="21717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5696204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731CFD-E1BD-93F9-9449-5B1D244865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ângulo 4">
            <a:extLst>
              <a:ext uri="{FF2B5EF4-FFF2-40B4-BE49-F238E27FC236}">
                <a16:creationId xmlns:a16="http://schemas.microsoft.com/office/drawing/2014/main" id="{05224211-97E3-60FC-942A-0DBC177BFCF0}"/>
              </a:ext>
            </a:extLst>
          </p:cNvPr>
          <p:cNvSpPr/>
          <p:nvPr/>
        </p:nvSpPr>
        <p:spPr>
          <a:xfrm>
            <a:off x="0" y="0"/>
            <a:ext cx="12234201" cy="6857999"/>
          </a:xfrm>
          <a:prstGeom prst="rect">
            <a:avLst/>
          </a:prstGeom>
          <a:solidFill>
            <a:srgbClr val="FFCB0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6" name="CaixaDeTexto 15">
            <a:extLst>
              <a:ext uri="{FF2B5EF4-FFF2-40B4-BE49-F238E27FC236}">
                <a16:creationId xmlns:a16="http://schemas.microsoft.com/office/drawing/2014/main" id="{FB56DBC5-D052-E1D0-4A90-0412DE6DCAD9}"/>
              </a:ext>
            </a:extLst>
          </p:cNvPr>
          <p:cNvSpPr txBox="1"/>
          <p:nvPr/>
        </p:nvSpPr>
        <p:spPr>
          <a:xfrm>
            <a:off x="197078" y="2132838"/>
            <a:ext cx="6697980" cy="206210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pt-BR" sz="3200" b="1" dirty="0"/>
              <a:t>⚙️ Método Principal: Pelas Configurações do Sistema</a:t>
            </a:r>
          </a:p>
          <a:p>
            <a:pPr algn="just"/>
            <a:r>
              <a:rPr lang="pt-BR" sz="3200" b="1" dirty="0"/>
              <a:t>1. Abra o aplicativo Configurações do seu Xiaomi. </a:t>
            </a:r>
          </a:p>
        </p:txBody>
      </p:sp>
      <p:pic>
        <p:nvPicPr>
          <p:cNvPr id="7" name="Imagem 6">
            <a:extLst>
              <a:ext uri="{FF2B5EF4-FFF2-40B4-BE49-F238E27FC236}">
                <a16:creationId xmlns:a16="http://schemas.microsoft.com/office/drawing/2014/main" id="{E5C4B6B4-F020-2B18-BD01-4A9806712DE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771880" y="97064"/>
            <a:ext cx="1519238" cy="1790700"/>
          </a:xfrm>
          <a:prstGeom prst="rect">
            <a:avLst/>
          </a:prstGeom>
        </p:spPr>
      </p:pic>
      <p:sp>
        <p:nvSpPr>
          <p:cNvPr id="11" name="Retângulo 10">
            <a:extLst>
              <a:ext uri="{FF2B5EF4-FFF2-40B4-BE49-F238E27FC236}">
                <a16:creationId xmlns:a16="http://schemas.microsoft.com/office/drawing/2014/main" id="{B469F468-81C7-5F23-C363-40316DE06865}"/>
              </a:ext>
            </a:extLst>
          </p:cNvPr>
          <p:cNvSpPr/>
          <p:nvPr/>
        </p:nvSpPr>
        <p:spPr>
          <a:xfrm>
            <a:off x="7062998" y="0"/>
            <a:ext cx="5171203" cy="6857999"/>
          </a:xfrm>
          <a:prstGeom prst="rect">
            <a:avLst/>
          </a:prstGeom>
          <a:solidFill>
            <a:srgbClr val="97928C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pic>
        <p:nvPicPr>
          <p:cNvPr id="18" name="Imagem 17">
            <a:extLst>
              <a:ext uri="{FF2B5EF4-FFF2-40B4-BE49-F238E27FC236}">
                <a16:creationId xmlns:a16="http://schemas.microsoft.com/office/drawing/2014/main" id="{0824FF49-7C4A-C7EE-B561-4C07F51FF8E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190268" y="190677"/>
            <a:ext cx="3163848" cy="6858000"/>
          </a:xfrm>
          <a:prstGeom prst="rect">
            <a:avLst/>
          </a:prstGeom>
        </p:spPr>
      </p:pic>
      <p:pic>
        <p:nvPicPr>
          <p:cNvPr id="20" name="Imagem 19">
            <a:extLst>
              <a:ext uri="{FF2B5EF4-FFF2-40B4-BE49-F238E27FC236}">
                <a16:creationId xmlns:a16="http://schemas.microsoft.com/office/drawing/2014/main" id="{F08D10C2-10D5-77F1-1E2A-897A638D5F5B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5912485">
            <a:off x="8883696" y="4075103"/>
            <a:ext cx="3459247" cy="34592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21867739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A816A05-7AE2-721D-34DD-0BE6F9467C0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ângulo 4">
            <a:extLst>
              <a:ext uri="{FF2B5EF4-FFF2-40B4-BE49-F238E27FC236}">
                <a16:creationId xmlns:a16="http://schemas.microsoft.com/office/drawing/2014/main" id="{AAD11591-B8D6-3F1A-A2B9-B57B9FC3F845}"/>
              </a:ext>
            </a:extLst>
          </p:cNvPr>
          <p:cNvSpPr/>
          <p:nvPr/>
        </p:nvSpPr>
        <p:spPr>
          <a:xfrm>
            <a:off x="0" y="0"/>
            <a:ext cx="12234201" cy="6857999"/>
          </a:xfrm>
          <a:prstGeom prst="rect">
            <a:avLst/>
          </a:prstGeom>
          <a:solidFill>
            <a:srgbClr val="FFCB0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6" name="CaixaDeTexto 15">
            <a:extLst>
              <a:ext uri="{FF2B5EF4-FFF2-40B4-BE49-F238E27FC236}">
                <a16:creationId xmlns:a16="http://schemas.microsoft.com/office/drawing/2014/main" id="{AC7C0373-112B-007F-D08B-7DC278EA6378}"/>
              </a:ext>
            </a:extLst>
          </p:cNvPr>
          <p:cNvSpPr txBox="1"/>
          <p:nvPr/>
        </p:nvSpPr>
        <p:spPr>
          <a:xfrm>
            <a:off x="197078" y="2132838"/>
            <a:ext cx="6697980" cy="206210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pt-BR" sz="3200" b="1" dirty="0"/>
              <a:t>⚙️ Método Principal: Pelas Configurações do Sistema</a:t>
            </a:r>
          </a:p>
          <a:p>
            <a:pPr algn="just"/>
            <a:r>
              <a:rPr lang="pt-BR" sz="3200" b="1" dirty="0"/>
              <a:t>1. Abra o aplicativo Configurações do seu Xiaomi. </a:t>
            </a:r>
          </a:p>
        </p:txBody>
      </p:sp>
      <p:pic>
        <p:nvPicPr>
          <p:cNvPr id="7" name="Imagem 6">
            <a:extLst>
              <a:ext uri="{FF2B5EF4-FFF2-40B4-BE49-F238E27FC236}">
                <a16:creationId xmlns:a16="http://schemas.microsoft.com/office/drawing/2014/main" id="{369D370E-C7D5-2C30-E4E3-86AAE777982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771880" y="97064"/>
            <a:ext cx="1519238" cy="1790700"/>
          </a:xfrm>
          <a:prstGeom prst="rect">
            <a:avLst/>
          </a:prstGeom>
        </p:spPr>
      </p:pic>
      <p:sp>
        <p:nvSpPr>
          <p:cNvPr id="11" name="Retângulo 10">
            <a:extLst>
              <a:ext uri="{FF2B5EF4-FFF2-40B4-BE49-F238E27FC236}">
                <a16:creationId xmlns:a16="http://schemas.microsoft.com/office/drawing/2014/main" id="{46287F07-8F20-0AB0-2118-51288A915825}"/>
              </a:ext>
            </a:extLst>
          </p:cNvPr>
          <p:cNvSpPr/>
          <p:nvPr/>
        </p:nvSpPr>
        <p:spPr>
          <a:xfrm>
            <a:off x="7062998" y="0"/>
            <a:ext cx="5171203" cy="6857999"/>
          </a:xfrm>
          <a:prstGeom prst="rect">
            <a:avLst/>
          </a:prstGeom>
          <a:solidFill>
            <a:srgbClr val="97928C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pic>
        <p:nvPicPr>
          <p:cNvPr id="6" name="Imagem 5">
            <a:extLst>
              <a:ext uri="{FF2B5EF4-FFF2-40B4-BE49-F238E27FC236}">
                <a16:creationId xmlns:a16="http://schemas.microsoft.com/office/drawing/2014/main" id="{428B5388-3A7E-08C5-7234-41074C7016A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192340" y="407396"/>
            <a:ext cx="3161776" cy="6858000"/>
          </a:xfrm>
          <a:prstGeom prst="rect">
            <a:avLst/>
          </a:prstGeom>
        </p:spPr>
      </p:pic>
      <p:pic>
        <p:nvPicPr>
          <p:cNvPr id="9" name="Imagem 8">
            <a:extLst>
              <a:ext uri="{FF2B5EF4-FFF2-40B4-BE49-F238E27FC236}">
                <a16:creationId xmlns:a16="http://schemas.microsoft.com/office/drawing/2014/main" id="{F3A3E14E-BE37-4A40-F39C-DEF3580C82D9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214996" y="1322427"/>
            <a:ext cx="3459247" cy="34592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61478281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ADD502-53EF-D64E-13C4-AB79B6E7B9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ângulo 4">
            <a:extLst>
              <a:ext uri="{FF2B5EF4-FFF2-40B4-BE49-F238E27FC236}">
                <a16:creationId xmlns:a16="http://schemas.microsoft.com/office/drawing/2014/main" id="{0FEE7857-B903-C9B5-805F-09AC6B6E5F07}"/>
              </a:ext>
            </a:extLst>
          </p:cNvPr>
          <p:cNvSpPr/>
          <p:nvPr/>
        </p:nvSpPr>
        <p:spPr>
          <a:xfrm>
            <a:off x="0" y="0"/>
            <a:ext cx="12234201" cy="6857999"/>
          </a:xfrm>
          <a:prstGeom prst="rect">
            <a:avLst/>
          </a:prstGeom>
          <a:solidFill>
            <a:srgbClr val="FFCB0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6" name="CaixaDeTexto 15">
            <a:extLst>
              <a:ext uri="{FF2B5EF4-FFF2-40B4-BE49-F238E27FC236}">
                <a16:creationId xmlns:a16="http://schemas.microsoft.com/office/drawing/2014/main" id="{BBDC5C48-6699-892F-F1DF-77439BF767AF}"/>
              </a:ext>
            </a:extLst>
          </p:cNvPr>
          <p:cNvSpPr txBox="1"/>
          <p:nvPr/>
        </p:nvSpPr>
        <p:spPr>
          <a:xfrm>
            <a:off x="197078" y="2132838"/>
            <a:ext cx="6697980" cy="206210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pt-BR" sz="3200" b="1" dirty="0"/>
              <a:t>2. Role a tela para baixo até encontrar a opção Google (ou Contas e Sincronização / Contas).</a:t>
            </a:r>
          </a:p>
        </p:txBody>
      </p:sp>
      <p:pic>
        <p:nvPicPr>
          <p:cNvPr id="7" name="Imagem 6">
            <a:extLst>
              <a:ext uri="{FF2B5EF4-FFF2-40B4-BE49-F238E27FC236}">
                <a16:creationId xmlns:a16="http://schemas.microsoft.com/office/drawing/2014/main" id="{5A88C0DF-90DB-6B93-6DFA-57266CBA76C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771880" y="97064"/>
            <a:ext cx="1519238" cy="1790700"/>
          </a:xfrm>
          <a:prstGeom prst="rect">
            <a:avLst/>
          </a:prstGeom>
        </p:spPr>
      </p:pic>
      <p:sp>
        <p:nvSpPr>
          <p:cNvPr id="11" name="Retângulo 10">
            <a:extLst>
              <a:ext uri="{FF2B5EF4-FFF2-40B4-BE49-F238E27FC236}">
                <a16:creationId xmlns:a16="http://schemas.microsoft.com/office/drawing/2014/main" id="{9A8A1F52-674C-6302-CE08-BE4204D4D159}"/>
              </a:ext>
            </a:extLst>
          </p:cNvPr>
          <p:cNvSpPr/>
          <p:nvPr/>
        </p:nvSpPr>
        <p:spPr>
          <a:xfrm>
            <a:off x="7062998" y="0"/>
            <a:ext cx="5171203" cy="6857999"/>
          </a:xfrm>
          <a:prstGeom prst="rect">
            <a:avLst/>
          </a:prstGeom>
          <a:solidFill>
            <a:srgbClr val="97928C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pic>
        <p:nvPicPr>
          <p:cNvPr id="3" name="Imagem 2">
            <a:extLst>
              <a:ext uri="{FF2B5EF4-FFF2-40B4-BE49-F238E27FC236}">
                <a16:creationId xmlns:a16="http://schemas.microsoft.com/office/drawing/2014/main" id="{9505661A-B65C-27CD-7EC3-1D3F3209E7F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404941" y="-130629"/>
            <a:ext cx="3161776" cy="6858000"/>
          </a:xfrm>
          <a:prstGeom prst="rect">
            <a:avLst/>
          </a:prstGeom>
        </p:spPr>
      </p:pic>
      <p:pic>
        <p:nvPicPr>
          <p:cNvPr id="8" name="Imagem 7">
            <a:extLst>
              <a:ext uri="{FF2B5EF4-FFF2-40B4-BE49-F238E27FC236}">
                <a16:creationId xmlns:a16="http://schemas.microsoft.com/office/drawing/2014/main" id="{74569148-1372-E467-169B-100E40D4108E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5912485">
            <a:off x="9837093" y="-1164554"/>
            <a:ext cx="3459247" cy="34592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8683410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A26473-09BB-6C3D-1374-7F17E120FE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ângulo 4">
            <a:extLst>
              <a:ext uri="{FF2B5EF4-FFF2-40B4-BE49-F238E27FC236}">
                <a16:creationId xmlns:a16="http://schemas.microsoft.com/office/drawing/2014/main" id="{0F193F97-B180-4109-E245-B12267B32197}"/>
              </a:ext>
            </a:extLst>
          </p:cNvPr>
          <p:cNvSpPr/>
          <p:nvPr/>
        </p:nvSpPr>
        <p:spPr>
          <a:xfrm>
            <a:off x="0" y="0"/>
            <a:ext cx="12234201" cy="6857999"/>
          </a:xfrm>
          <a:prstGeom prst="rect">
            <a:avLst/>
          </a:prstGeom>
          <a:solidFill>
            <a:srgbClr val="FFCB0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6" name="CaixaDeTexto 15">
            <a:extLst>
              <a:ext uri="{FF2B5EF4-FFF2-40B4-BE49-F238E27FC236}">
                <a16:creationId xmlns:a16="http://schemas.microsoft.com/office/drawing/2014/main" id="{CF402864-4ACA-F49A-568C-F5FD43BB25F7}"/>
              </a:ext>
            </a:extLst>
          </p:cNvPr>
          <p:cNvSpPr txBox="1"/>
          <p:nvPr/>
        </p:nvSpPr>
        <p:spPr>
          <a:xfrm>
            <a:off x="197078" y="2132838"/>
            <a:ext cx="6697980" cy="206210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pt-BR" sz="3200" b="1" dirty="0"/>
              <a:t>2. Role a tela para baixo até encontrar a opção Google (ou Contas e Sincronização / Contas).</a:t>
            </a:r>
          </a:p>
        </p:txBody>
      </p:sp>
      <p:pic>
        <p:nvPicPr>
          <p:cNvPr id="7" name="Imagem 6">
            <a:extLst>
              <a:ext uri="{FF2B5EF4-FFF2-40B4-BE49-F238E27FC236}">
                <a16:creationId xmlns:a16="http://schemas.microsoft.com/office/drawing/2014/main" id="{8434869C-4A5D-9F85-EC6E-DF9A0C96132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771880" y="97064"/>
            <a:ext cx="1519238" cy="1790700"/>
          </a:xfrm>
          <a:prstGeom prst="rect">
            <a:avLst/>
          </a:prstGeom>
        </p:spPr>
      </p:pic>
      <p:sp>
        <p:nvSpPr>
          <p:cNvPr id="11" name="Retângulo 10">
            <a:extLst>
              <a:ext uri="{FF2B5EF4-FFF2-40B4-BE49-F238E27FC236}">
                <a16:creationId xmlns:a16="http://schemas.microsoft.com/office/drawing/2014/main" id="{D7643DDC-7213-54B7-AE15-1859604D4D38}"/>
              </a:ext>
            </a:extLst>
          </p:cNvPr>
          <p:cNvSpPr/>
          <p:nvPr/>
        </p:nvSpPr>
        <p:spPr>
          <a:xfrm>
            <a:off x="7062998" y="0"/>
            <a:ext cx="5171203" cy="6857999"/>
          </a:xfrm>
          <a:prstGeom prst="rect">
            <a:avLst/>
          </a:prstGeom>
          <a:solidFill>
            <a:srgbClr val="97928C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pic>
        <p:nvPicPr>
          <p:cNvPr id="4" name="Imagem 3">
            <a:extLst>
              <a:ext uri="{FF2B5EF4-FFF2-40B4-BE49-F238E27FC236}">
                <a16:creationId xmlns:a16="http://schemas.microsoft.com/office/drawing/2014/main" id="{29E4B29C-0D6C-3D60-3560-3477B9A9A0A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117762" y="420914"/>
            <a:ext cx="3161776" cy="6858000"/>
          </a:xfrm>
          <a:prstGeom prst="rect">
            <a:avLst/>
          </a:prstGeom>
        </p:spPr>
      </p:pic>
      <p:pic>
        <p:nvPicPr>
          <p:cNvPr id="6" name="Imagem 5">
            <a:extLst>
              <a:ext uri="{FF2B5EF4-FFF2-40B4-BE49-F238E27FC236}">
                <a16:creationId xmlns:a16="http://schemas.microsoft.com/office/drawing/2014/main" id="{29436306-532E-BB77-1174-7B328D6B2311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5912485">
            <a:off x="9296739" y="1868932"/>
            <a:ext cx="3459247" cy="34592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0651464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343C3FA-E87B-1D61-30F4-B72173E08B0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ângulo 4">
            <a:extLst>
              <a:ext uri="{FF2B5EF4-FFF2-40B4-BE49-F238E27FC236}">
                <a16:creationId xmlns:a16="http://schemas.microsoft.com/office/drawing/2014/main" id="{91D71BE8-9E67-F231-7642-A4D3B5E74561}"/>
              </a:ext>
            </a:extLst>
          </p:cNvPr>
          <p:cNvSpPr/>
          <p:nvPr/>
        </p:nvSpPr>
        <p:spPr>
          <a:xfrm>
            <a:off x="0" y="0"/>
            <a:ext cx="12234201" cy="6857999"/>
          </a:xfrm>
          <a:prstGeom prst="rect">
            <a:avLst/>
          </a:prstGeom>
          <a:solidFill>
            <a:srgbClr val="FFCB0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6" name="CaixaDeTexto 15">
            <a:extLst>
              <a:ext uri="{FF2B5EF4-FFF2-40B4-BE49-F238E27FC236}">
                <a16:creationId xmlns:a16="http://schemas.microsoft.com/office/drawing/2014/main" id="{79E1B2E9-C7E4-1897-F8AD-FB449001918E}"/>
              </a:ext>
            </a:extLst>
          </p:cNvPr>
          <p:cNvSpPr txBox="1"/>
          <p:nvPr/>
        </p:nvSpPr>
        <p:spPr>
          <a:xfrm>
            <a:off x="197078" y="2132838"/>
            <a:ext cx="6697980" cy="206210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pt-BR" sz="3200" b="1" dirty="0"/>
              <a:t>3. O endereço de e-mail cadastrado aparecerá logo no topo da tela, abaixo do seu nome e da sua foto de perfil.</a:t>
            </a:r>
          </a:p>
        </p:txBody>
      </p:sp>
      <p:pic>
        <p:nvPicPr>
          <p:cNvPr id="7" name="Imagem 6">
            <a:extLst>
              <a:ext uri="{FF2B5EF4-FFF2-40B4-BE49-F238E27FC236}">
                <a16:creationId xmlns:a16="http://schemas.microsoft.com/office/drawing/2014/main" id="{555FAF52-F5C0-A306-0F59-FD20671C02C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771880" y="97064"/>
            <a:ext cx="1519238" cy="1790700"/>
          </a:xfrm>
          <a:prstGeom prst="rect">
            <a:avLst/>
          </a:prstGeom>
        </p:spPr>
      </p:pic>
      <p:sp>
        <p:nvSpPr>
          <p:cNvPr id="11" name="Retângulo 10">
            <a:extLst>
              <a:ext uri="{FF2B5EF4-FFF2-40B4-BE49-F238E27FC236}">
                <a16:creationId xmlns:a16="http://schemas.microsoft.com/office/drawing/2014/main" id="{73204295-8B09-D46F-03BA-F45037AAF50E}"/>
              </a:ext>
            </a:extLst>
          </p:cNvPr>
          <p:cNvSpPr/>
          <p:nvPr/>
        </p:nvSpPr>
        <p:spPr>
          <a:xfrm>
            <a:off x="7062998" y="0"/>
            <a:ext cx="5171203" cy="6857999"/>
          </a:xfrm>
          <a:prstGeom prst="rect">
            <a:avLst/>
          </a:prstGeom>
          <a:solidFill>
            <a:srgbClr val="97928C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pic>
        <p:nvPicPr>
          <p:cNvPr id="3" name="Imagem 2">
            <a:extLst>
              <a:ext uri="{FF2B5EF4-FFF2-40B4-BE49-F238E27FC236}">
                <a16:creationId xmlns:a16="http://schemas.microsoft.com/office/drawing/2014/main" id="{1E29683B-A820-A1C0-9F09-4C4C8907554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067711" y="169555"/>
            <a:ext cx="3161776" cy="6858000"/>
          </a:xfrm>
          <a:prstGeom prst="rect">
            <a:avLst/>
          </a:prstGeom>
        </p:spPr>
      </p:pic>
      <p:pic>
        <p:nvPicPr>
          <p:cNvPr id="8" name="Imagem 7">
            <a:extLst>
              <a:ext uri="{FF2B5EF4-FFF2-40B4-BE49-F238E27FC236}">
                <a16:creationId xmlns:a16="http://schemas.microsoft.com/office/drawing/2014/main" id="{49BB5EB6-94EF-5A28-6C67-AD43EABAB83B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5912485">
            <a:off x="9558562" y="597252"/>
            <a:ext cx="3459247" cy="34592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0747522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060F5B0-E407-C39B-9AEE-DA26BFAC0C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ângulo 4">
            <a:extLst>
              <a:ext uri="{FF2B5EF4-FFF2-40B4-BE49-F238E27FC236}">
                <a16:creationId xmlns:a16="http://schemas.microsoft.com/office/drawing/2014/main" id="{4001E0E8-76F4-5281-D56C-980339E7D5B6}"/>
              </a:ext>
            </a:extLst>
          </p:cNvPr>
          <p:cNvSpPr/>
          <p:nvPr/>
        </p:nvSpPr>
        <p:spPr>
          <a:xfrm>
            <a:off x="0" y="0"/>
            <a:ext cx="12234201" cy="6857999"/>
          </a:xfrm>
          <a:prstGeom prst="rect">
            <a:avLst/>
          </a:prstGeom>
          <a:solidFill>
            <a:srgbClr val="FFCB0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pic>
        <p:nvPicPr>
          <p:cNvPr id="7" name="Imagem 6">
            <a:extLst>
              <a:ext uri="{FF2B5EF4-FFF2-40B4-BE49-F238E27FC236}">
                <a16:creationId xmlns:a16="http://schemas.microsoft.com/office/drawing/2014/main" id="{1E262907-5831-C01A-5FEB-74D16B6E397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771880" y="97064"/>
            <a:ext cx="1519238" cy="1790700"/>
          </a:xfrm>
          <a:prstGeom prst="rect">
            <a:avLst/>
          </a:prstGeom>
        </p:spPr>
      </p:pic>
      <p:sp>
        <p:nvSpPr>
          <p:cNvPr id="11" name="Retângulo 10">
            <a:extLst>
              <a:ext uri="{FF2B5EF4-FFF2-40B4-BE49-F238E27FC236}">
                <a16:creationId xmlns:a16="http://schemas.microsoft.com/office/drawing/2014/main" id="{AE7B350B-E44B-0678-0E57-C9CDD765EAF6}"/>
              </a:ext>
            </a:extLst>
          </p:cNvPr>
          <p:cNvSpPr/>
          <p:nvPr/>
        </p:nvSpPr>
        <p:spPr>
          <a:xfrm>
            <a:off x="7062998" y="0"/>
            <a:ext cx="5171203" cy="6857999"/>
          </a:xfrm>
          <a:prstGeom prst="rect">
            <a:avLst/>
          </a:prstGeom>
          <a:solidFill>
            <a:srgbClr val="97928C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pic>
        <p:nvPicPr>
          <p:cNvPr id="9" name="Imagem 8">
            <a:extLst>
              <a:ext uri="{FF2B5EF4-FFF2-40B4-BE49-F238E27FC236}">
                <a16:creationId xmlns:a16="http://schemas.microsoft.com/office/drawing/2014/main" id="{C7779CAB-04A3-2EAB-6B2D-83321B98400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0960" r="9561" b="13172"/>
          <a:stretch>
            <a:fillRect/>
          </a:stretch>
        </p:blipFill>
        <p:spPr>
          <a:xfrm>
            <a:off x="7809867" y="-1047303"/>
            <a:ext cx="3677464" cy="7658560"/>
          </a:xfrm>
          <a:prstGeom prst="rect">
            <a:avLst/>
          </a:prstGeom>
        </p:spPr>
      </p:pic>
      <p:pic>
        <p:nvPicPr>
          <p:cNvPr id="10" name="Imagem 9">
            <a:extLst>
              <a:ext uri="{FF2B5EF4-FFF2-40B4-BE49-F238E27FC236}">
                <a16:creationId xmlns:a16="http://schemas.microsoft.com/office/drawing/2014/main" id="{37C10452-BC8E-B53A-2DE9-031C3BBEBF32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5912485">
            <a:off x="9389912" y="-351480"/>
            <a:ext cx="3459247" cy="3459247"/>
          </a:xfrm>
          <a:prstGeom prst="rect">
            <a:avLst/>
          </a:prstGeom>
        </p:spPr>
      </p:pic>
      <p:sp>
        <p:nvSpPr>
          <p:cNvPr id="13" name="CaixaDeTexto 12">
            <a:extLst>
              <a:ext uri="{FF2B5EF4-FFF2-40B4-BE49-F238E27FC236}">
                <a16:creationId xmlns:a16="http://schemas.microsoft.com/office/drawing/2014/main" id="{8F502DE4-B25F-4C09-140D-5CA83DBAC465}"/>
              </a:ext>
            </a:extLst>
          </p:cNvPr>
          <p:cNvSpPr txBox="1"/>
          <p:nvPr/>
        </p:nvSpPr>
        <p:spPr>
          <a:xfrm>
            <a:off x="197078" y="2132838"/>
            <a:ext cx="6697980" cy="206210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pt-BR" sz="3200" b="1" dirty="0"/>
              <a:t>3. O endereço de e-mail cadastrado aparecerá logo no topo da tela, abaixo do seu nome e da sua foto de perfil.</a:t>
            </a:r>
          </a:p>
        </p:txBody>
      </p:sp>
    </p:spTree>
    <p:extLst>
      <p:ext uri="{BB962C8B-B14F-4D97-AF65-F5344CB8AC3E}">
        <p14:creationId xmlns:p14="http://schemas.microsoft.com/office/powerpoint/2010/main" val="376310759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01EFB15-9691-2622-F191-76D1AFD086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tângulo 1">
            <a:extLst>
              <a:ext uri="{FF2B5EF4-FFF2-40B4-BE49-F238E27FC236}">
                <a16:creationId xmlns:a16="http://schemas.microsoft.com/office/drawing/2014/main" id="{03466820-F520-32BD-61CE-C3796AA24391}"/>
              </a:ext>
            </a:extLst>
          </p:cNvPr>
          <p:cNvSpPr/>
          <p:nvPr/>
        </p:nvSpPr>
        <p:spPr>
          <a:xfrm>
            <a:off x="0" y="-38862"/>
            <a:ext cx="12191238" cy="6896862"/>
          </a:xfrm>
          <a:prstGeom prst="rect">
            <a:avLst/>
          </a:prstGeom>
          <a:solidFill>
            <a:srgbClr val="FFCB0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16" name="CaixaDeTexto 15">
            <a:extLst>
              <a:ext uri="{FF2B5EF4-FFF2-40B4-BE49-F238E27FC236}">
                <a16:creationId xmlns:a16="http://schemas.microsoft.com/office/drawing/2014/main" id="{34887544-D7C3-172A-52CC-A2CBC88F19B3}"/>
              </a:ext>
            </a:extLst>
          </p:cNvPr>
          <p:cNvSpPr txBox="1"/>
          <p:nvPr/>
        </p:nvSpPr>
        <p:spPr>
          <a:xfrm>
            <a:off x="367484" y="1745662"/>
            <a:ext cx="8268579" cy="48320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pt-BR" sz="4400" i="1" dirty="0"/>
              <a:t>Alternativa rápida:</a:t>
            </a:r>
            <a:r>
              <a:rPr lang="pt-BR" sz="4400" dirty="0"/>
              <a:t> Abra o aplicativo do </a:t>
            </a:r>
            <a:r>
              <a:rPr lang="pt-BR" sz="4400" b="1" dirty="0"/>
              <a:t>Gmail</a:t>
            </a:r>
            <a:r>
              <a:rPr lang="pt-BR" sz="4400" dirty="0"/>
              <a:t> ou da </a:t>
            </a:r>
            <a:r>
              <a:rPr lang="pt-BR" sz="4400" b="1" dirty="0"/>
              <a:t>Play </a:t>
            </a:r>
            <a:r>
              <a:rPr lang="pt-BR" sz="4400" b="1" dirty="0" err="1"/>
              <a:t>Store</a:t>
            </a:r>
            <a:r>
              <a:rPr lang="pt-BR" sz="4400" dirty="0"/>
              <a:t> e toque na sua </a:t>
            </a:r>
            <a:r>
              <a:rPr lang="pt-BR" sz="4400" b="1" dirty="0"/>
              <a:t>foto de perfil</a:t>
            </a:r>
            <a:r>
              <a:rPr lang="pt-BR" sz="4400" dirty="0"/>
              <a:t> no canto superior direito. O e-mail principal aparecerá logo abaixo do seu nome</a:t>
            </a:r>
            <a:endParaRPr lang="pt-BR" sz="8800" dirty="0"/>
          </a:p>
        </p:txBody>
      </p:sp>
      <p:sp>
        <p:nvSpPr>
          <p:cNvPr id="6" name="Retângulo 5">
            <a:extLst>
              <a:ext uri="{FF2B5EF4-FFF2-40B4-BE49-F238E27FC236}">
                <a16:creationId xmlns:a16="http://schemas.microsoft.com/office/drawing/2014/main" id="{6D9C16A1-0377-22D9-9781-CEFFABAB02AB}"/>
              </a:ext>
            </a:extLst>
          </p:cNvPr>
          <p:cNvSpPr/>
          <p:nvPr/>
        </p:nvSpPr>
        <p:spPr>
          <a:xfrm>
            <a:off x="8820150" y="-38862"/>
            <a:ext cx="3371088" cy="6896862"/>
          </a:xfrm>
          <a:prstGeom prst="rect">
            <a:avLst/>
          </a:prstGeom>
          <a:solidFill>
            <a:srgbClr val="98938D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pic>
        <p:nvPicPr>
          <p:cNvPr id="8194" name="Picture 2" descr="Google Play Store permitirá desinstalar apps remotamente">
            <a:extLst>
              <a:ext uri="{FF2B5EF4-FFF2-40B4-BE49-F238E27FC236}">
                <a16:creationId xmlns:a16="http://schemas.microsoft.com/office/drawing/2014/main" id="{E9D6A11E-9143-AB77-7EA1-5B1DA946C99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095619" y="135628"/>
            <a:ext cx="2429362" cy="161003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" name="Imagem 7">
            <a:extLst>
              <a:ext uri="{FF2B5EF4-FFF2-40B4-BE49-F238E27FC236}">
                <a16:creationId xmlns:a16="http://schemas.microsoft.com/office/drawing/2014/main" id="{97ED4FA7-F340-186F-5303-2905C451B58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58504" y="561974"/>
            <a:ext cx="2804699" cy="5734050"/>
          </a:xfrm>
          <a:prstGeom prst="rect">
            <a:avLst/>
          </a:prstGeom>
        </p:spPr>
      </p:pic>
      <p:pic>
        <p:nvPicPr>
          <p:cNvPr id="9" name="Imagem 8">
            <a:extLst>
              <a:ext uri="{FF2B5EF4-FFF2-40B4-BE49-F238E27FC236}">
                <a16:creationId xmlns:a16="http://schemas.microsoft.com/office/drawing/2014/main" id="{EDE47B67-F6BA-2E91-B88E-53F690A8F1B9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695971" y="561974"/>
            <a:ext cx="4762500" cy="4762500"/>
          </a:xfrm>
          <a:prstGeom prst="rect">
            <a:avLst/>
          </a:prstGeom>
        </p:spPr>
      </p:pic>
      <p:pic>
        <p:nvPicPr>
          <p:cNvPr id="4" name="Imagem 3">
            <a:extLst>
              <a:ext uri="{FF2B5EF4-FFF2-40B4-BE49-F238E27FC236}">
                <a16:creationId xmlns:a16="http://schemas.microsoft.com/office/drawing/2014/main" id="{B2654F8D-B5A8-6CA2-50FF-B8840092A679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771880" y="97064"/>
            <a:ext cx="1519238" cy="17907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4445047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37658C5-0C25-6E69-4EFB-33DB180FC70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ângulo 4">
            <a:extLst>
              <a:ext uri="{FF2B5EF4-FFF2-40B4-BE49-F238E27FC236}">
                <a16:creationId xmlns:a16="http://schemas.microsoft.com/office/drawing/2014/main" id="{EDA1CC32-2EE8-329E-51AB-004384D58BD3}"/>
              </a:ext>
            </a:extLst>
          </p:cNvPr>
          <p:cNvSpPr/>
          <p:nvPr/>
        </p:nvSpPr>
        <p:spPr>
          <a:xfrm>
            <a:off x="0" y="0"/>
            <a:ext cx="12234201" cy="6857999"/>
          </a:xfrm>
          <a:prstGeom prst="rect">
            <a:avLst/>
          </a:prstGeom>
          <a:solidFill>
            <a:srgbClr val="FD3833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6" name="CaixaDeTexto 15">
            <a:extLst>
              <a:ext uri="{FF2B5EF4-FFF2-40B4-BE49-F238E27FC236}">
                <a16:creationId xmlns:a16="http://schemas.microsoft.com/office/drawing/2014/main" id="{E5E977E7-CF1A-E37E-B8DE-58B5A6E3AD61}"/>
              </a:ext>
            </a:extLst>
          </p:cNvPr>
          <p:cNvSpPr txBox="1"/>
          <p:nvPr/>
        </p:nvSpPr>
        <p:spPr>
          <a:xfrm>
            <a:off x="197078" y="2132838"/>
            <a:ext cx="6697980" cy="206210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3200" b="1" dirty="0"/>
              <a:t>como encontrar contas do Google nos Ajustes</a:t>
            </a:r>
          </a:p>
          <a:p>
            <a:pPr lvl="0"/>
            <a:r>
              <a:rPr lang="pt-BR" sz="3200" b="1" dirty="0"/>
              <a:t>Em Contatos ou Mail:</a:t>
            </a:r>
            <a:r>
              <a:rPr lang="pt-BR" sz="3200" dirty="0"/>
              <a:t> </a:t>
            </a:r>
            <a:br>
              <a:rPr lang="pt-BR" sz="3200" dirty="0"/>
            </a:br>
            <a:r>
              <a:rPr lang="pt-BR" sz="3200" dirty="0"/>
              <a:t>1. Abra </a:t>
            </a:r>
            <a:r>
              <a:rPr lang="pt-BR" sz="3200" b="1" dirty="0"/>
              <a:t>Ajustes</a:t>
            </a:r>
            <a:endParaRPr lang="pt-BR" sz="3200" dirty="0"/>
          </a:p>
        </p:txBody>
      </p:sp>
      <p:sp>
        <p:nvSpPr>
          <p:cNvPr id="11" name="Retângulo 10">
            <a:extLst>
              <a:ext uri="{FF2B5EF4-FFF2-40B4-BE49-F238E27FC236}">
                <a16:creationId xmlns:a16="http://schemas.microsoft.com/office/drawing/2014/main" id="{A9407FDD-301B-6CFD-3A32-51A7672349B7}"/>
              </a:ext>
            </a:extLst>
          </p:cNvPr>
          <p:cNvSpPr/>
          <p:nvPr/>
        </p:nvSpPr>
        <p:spPr>
          <a:xfrm>
            <a:off x="7062998" y="0"/>
            <a:ext cx="5171203" cy="6857999"/>
          </a:xfrm>
          <a:prstGeom prst="rect">
            <a:avLst/>
          </a:prstGeom>
          <a:solidFill>
            <a:srgbClr val="97928C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pic>
        <p:nvPicPr>
          <p:cNvPr id="6" name="Imagem 5">
            <a:extLst>
              <a:ext uri="{FF2B5EF4-FFF2-40B4-BE49-F238E27FC236}">
                <a16:creationId xmlns:a16="http://schemas.microsoft.com/office/drawing/2014/main" id="{E71554D3-38F3-D964-9D05-090B5F65CA0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30492" y="166788"/>
            <a:ext cx="1002014" cy="1229009"/>
          </a:xfrm>
          <a:prstGeom prst="rect">
            <a:avLst/>
          </a:prstGeom>
        </p:spPr>
      </p:pic>
      <p:pic>
        <p:nvPicPr>
          <p:cNvPr id="17" name="Imagem 16">
            <a:extLst>
              <a:ext uri="{FF2B5EF4-FFF2-40B4-BE49-F238E27FC236}">
                <a16:creationId xmlns:a16="http://schemas.microsoft.com/office/drawing/2014/main" id="{8A95757D-F5E0-6498-312D-86EC414376A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877969" y="0"/>
            <a:ext cx="3541259" cy="6858000"/>
          </a:xfrm>
          <a:prstGeom prst="rect">
            <a:avLst/>
          </a:prstGeom>
        </p:spPr>
      </p:pic>
      <p:pic>
        <p:nvPicPr>
          <p:cNvPr id="18" name="Imagem 17">
            <a:extLst>
              <a:ext uri="{FF2B5EF4-FFF2-40B4-BE49-F238E27FC236}">
                <a16:creationId xmlns:a16="http://schemas.microsoft.com/office/drawing/2014/main" id="{C0EA0523-C8BA-D499-CB04-48A1DB1BA623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20700000">
            <a:off x="9689604" y="3989173"/>
            <a:ext cx="3459247" cy="34592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3232530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19C43A5-735A-6202-070D-AEC6AFD69A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ângulo 4">
            <a:extLst>
              <a:ext uri="{FF2B5EF4-FFF2-40B4-BE49-F238E27FC236}">
                <a16:creationId xmlns:a16="http://schemas.microsoft.com/office/drawing/2014/main" id="{80D479A4-AD42-E9C7-88AE-81FF8EA0469F}"/>
              </a:ext>
            </a:extLst>
          </p:cNvPr>
          <p:cNvSpPr/>
          <p:nvPr/>
        </p:nvSpPr>
        <p:spPr>
          <a:xfrm>
            <a:off x="0" y="0"/>
            <a:ext cx="12234201" cy="6857999"/>
          </a:xfrm>
          <a:prstGeom prst="rect">
            <a:avLst/>
          </a:prstGeom>
          <a:solidFill>
            <a:srgbClr val="FD3833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6" name="CaixaDeTexto 15">
            <a:extLst>
              <a:ext uri="{FF2B5EF4-FFF2-40B4-BE49-F238E27FC236}">
                <a16:creationId xmlns:a16="http://schemas.microsoft.com/office/drawing/2014/main" id="{FB77BD36-8655-E9D8-0A17-9B20F10E731B}"/>
              </a:ext>
            </a:extLst>
          </p:cNvPr>
          <p:cNvSpPr txBox="1"/>
          <p:nvPr/>
        </p:nvSpPr>
        <p:spPr>
          <a:xfrm>
            <a:off x="197078" y="2132838"/>
            <a:ext cx="669798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pt-BR" sz="3200" b="1" dirty="0"/>
              <a:t>2. </a:t>
            </a:r>
            <a:r>
              <a:rPr lang="pt-BR" sz="3200" dirty="0"/>
              <a:t>toque em </a:t>
            </a:r>
            <a:r>
              <a:rPr lang="pt-BR" sz="3200" b="1" dirty="0"/>
              <a:t>apps</a:t>
            </a:r>
          </a:p>
        </p:txBody>
      </p:sp>
      <p:sp>
        <p:nvSpPr>
          <p:cNvPr id="11" name="Retângulo 10">
            <a:extLst>
              <a:ext uri="{FF2B5EF4-FFF2-40B4-BE49-F238E27FC236}">
                <a16:creationId xmlns:a16="http://schemas.microsoft.com/office/drawing/2014/main" id="{92F06275-E245-6715-6636-7D930930A74B}"/>
              </a:ext>
            </a:extLst>
          </p:cNvPr>
          <p:cNvSpPr/>
          <p:nvPr/>
        </p:nvSpPr>
        <p:spPr>
          <a:xfrm>
            <a:off x="7062998" y="0"/>
            <a:ext cx="5171203" cy="6857999"/>
          </a:xfrm>
          <a:prstGeom prst="rect">
            <a:avLst/>
          </a:prstGeom>
          <a:solidFill>
            <a:srgbClr val="97928C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pic>
        <p:nvPicPr>
          <p:cNvPr id="6" name="Imagem 5">
            <a:extLst>
              <a:ext uri="{FF2B5EF4-FFF2-40B4-BE49-F238E27FC236}">
                <a16:creationId xmlns:a16="http://schemas.microsoft.com/office/drawing/2014/main" id="{F42EB4E4-9410-1764-EEB0-1C0AD671FAD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30492" y="166788"/>
            <a:ext cx="1002014" cy="1229009"/>
          </a:xfrm>
          <a:prstGeom prst="rect">
            <a:avLst/>
          </a:prstGeom>
        </p:spPr>
      </p:pic>
      <p:pic>
        <p:nvPicPr>
          <p:cNvPr id="13" name="Imagem 12">
            <a:extLst>
              <a:ext uri="{FF2B5EF4-FFF2-40B4-BE49-F238E27FC236}">
                <a16:creationId xmlns:a16="http://schemas.microsoft.com/office/drawing/2014/main" id="{7B624C89-F08D-BB72-AEBB-62F1BD19C3C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877550" y="-1"/>
            <a:ext cx="3542097" cy="6858000"/>
          </a:xfrm>
          <a:prstGeom prst="rect">
            <a:avLst/>
          </a:prstGeom>
        </p:spPr>
      </p:pic>
      <p:pic>
        <p:nvPicPr>
          <p:cNvPr id="14" name="Imagem 13">
            <a:extLst>
              <a:ext uri="{FF2B5EF4-FFF2-40B4-BE49-F238E27FC236}">
                <a16:creationId xmlns:a16="http://schemas.microsoft.com/office/drawing/2014/main" id="{B2E93FD3-093E-FDF7-58C5-769006FFB72B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5912485">
            <a:off x="8804452" y="3567441"/>
            <a:ext cx="3459247" cy="34592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4357500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00E0D87-B492-4BB5-0A32-0549B1E456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ângulo 4">
            <a:extLst>
              <a:ext uri="{FF2B5EF4-FFF2-40B4-BE49-F238E27FC236}">
                <a16:creationId xmlns:a16="http://schemas.microsoft.com/office/drawing/2014/main" id="{A4BF45D7-B61C-170F-162B-9E7ACB1F184A}"/>
              </a:ext>
            </a:extLst>
          </p:cNvPr>
          <p:cNvSpPr/>
          <p:nvPr/>
        </p:nvSpPr>
        <p:spPr>
          <a:xfrm>
            <a:off x="0" y="0"/>
            <a:ext cx="12234201" cy="6857999"/>
          </a:xfrm>
          <a:prstGeom prst="rect">
            <a:avLst/>
          </a:prstGeom>
          <a:solidFill>
            <a:srgbClr val="FD3833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6" name="CaixaDeTexto 15">
            <a:extLst>
              <a:ext uri="{FF2B5EF4-FFF2-40B4-BE49-F238E27FC236}">
                <a16:creationId xmlns:a16="http://schemas.microsoft.com/office/drawing/2014/main" id="{84EB9E47-B6A5-CE8E-2D20-DC278A42DC77}"/>
              </a:ext>
            </a:extLst>
          </p:cNvPr>
          <p:cNvSpPr txBox="1"/>
          <p:nvPr/>
        </p:nvSpPr>
        <p:spPr>
          <a:xfrm>
            <a:off x="197078" y="2132838"/>
            <a:ext cx="669798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3200" b="1" dirty="0"/>
              <a:t>3. </a:t>
            </a:r>
            <a:r>
              <a:rPr lang="pt-BR" sz="3200" dirty="0"/>
              <a:t>toque em </a:t>
            </a:r>
            <a:r>
              <a:rPr lang="pt-BR" sz="3200" b="1" dirty="0"/>
              <a:t>Contatos</a:t>
            </a:r>
          </a:p>
        </p:txBody>
      </p:sp>
      <p:sp>
        <p:nvSpPr>
          <p:cNvPr id="11" name="Retângulo 10">
            <a:extLst>
              <a:ext uri="{FF2B5EF4-FFF2-40B4-BE49-F238E27FC236}">
                <a16:creationId xmlns:a16="http://schemas.microsoft.com/office/drawing/2014/main" id="{9932DDC4-68EF-1C15-7C0C-F1AE22F11854}"/>
              </a:ext>
            </a:extLst>
          </p:cNvPr>
          <p:cNvSpPr/>
          <p:nvPr/>
        </p:nvSpPr>
        <p:spPr>
          <a:xfrm>
            <a:off x="7062998" y="0"/>
            <a:ext cx="5171203" cy="6857999"/>
          </a:xfrm>
          <a:prstGeom prst="rect">
            <a:avLst/>
          </a:prstGeom>
          <a:solidFill>
            <a:srgbClr val="97928C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pic>
        <p:nvPicPr>
          <p:cNvPr id="6" name="Imagem 5">
            <a:extLst>
              <a:ext uri="{FF2B5EF4-FFF2-40B4-BE49-F238E27FC236}">
                <a16:creationId xmlns:a16="http://schemas.microsoft.com/office/drawing/2014/main" id="{4C8E103D-1E6F-4C34-AC8E-6FF922C9539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30492" y="166788"/>
            <a:ext cx="1002014" cy="1229009"/>
          </a:xfrm>
          <a:prstGeom prst="rect">
            <a:avLst/>
          </a:prstGeom>
        </p:spPr>
      </p:pic>
      <p:pic>
        <p:nvPicPr>
          <p:cNvPr id="3" name="Imagem 2">
            <a:extLst>
              <a:ext uri="{FF2B5EF4-FFF2-40B4-BE49-F238E27FC236}">
                <a16:creationId xmlns:a16="http://schemas.microsoft.com/office/drawing/2014/main" id="{498AABAA-4178-676E-2589-55230C87991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3431" b="3056"/>
          <a:stretch>
            <a:fillRect/>
          </a:stretch>
        </p:blipFill>
        <p:spPr>
          <a:xfrm>
            <a:off x="7730719" y="0"/>
            <a:ext cx="3272561" cy="6648450"/>
          </a:xfrm>
          <a:prstGeom prst="rect">
            <a:avLst/>
          </a:prstGeom>
        </p:spPr>
      </p:pic>
      <p:pic>
        <p:nvPicPr>
          <p:cNvPr id="7" name="Imagem 6">
            <a:extLst>
              <a:ext uri="{FF2B5EF4-FFF2-40B4-BE49-F238E27FC236}">
                <a16:creationId xmlns:a16="http://schemas.microsoft.com/office/drawing/2014/main" id="{2D5D4864-733B-B6EC-57C9-9F16A14F27E3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5912485">
            <a:off x="9193844" y="1534239"/>
            <a:ext cx="3459247" cy="34592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0377881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26977C-6CFA-DDF0-16B0-7131D087DA6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ângulo 4">
            <a:extLst>
              <a:ext uri="{FF2B5EF4-FFF2-40B4-BE49-F238E27FC236}">
                <a16:creationId xmlns:a16="http://schemas.microsoft.com/office/drawing/2014/main" id="{645DF7EF-B208-7A37-2309-F01CCC2D0890}"/>
              </a:ext>
            </a:extLst>
          </p:cNvPr>
          <p:cNvSpPr/>
          <p:nvPr/>
        </p:nvSpPr>
        <p:spPr>
          <a:xfrm>
            <a:off x="0" y="0"/>
            <a:ext cx="12234201" cy="6857999"/>
          </a:xfrm>
          <a:prstGeom prst="rect">
            <a:avLst/>
          </a:prstGeom>
          <a:solidFill>
            <a:srgbClr val="FD3833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6" name="CaixaDeTexto 15">
            <a:extLst>
              <a:ext uri="{FF2B5EF4-FFF2-40B4-BE49-F238E27FC236}">
                <a16:creationId xmlns:a16="http://schemas.microsoft.com/office/drawing/2014/main" id="{08F8E2F2-C82C-4404-EC89-F3BE2A075238}"/>
              </a:ext>
            </a:extLst>
          </p:cNvPr>
          <p:cNvSpPr txBox="1"/>
          <p:nvPr/>
        </p:nvSpPr>
        <p:spPr>
          <a:xfrm>
            <a:off x="197078" y="2132838"/>
            <a:ext cx="669798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3200" b="1" dirty="0"/>
              <a:t>4. </a:t>
            </a:r>
            <a:r>
              <a:rPr lang="pt-BR" sz="3200" dirty="0"/>
              <a:t>toque em </a:t>
            </a:r>
            <a:r>
              <a:rPr lang="pt-BR" sz="3200" b="1" dirty="0"/>
              <a:t>Contatos e contas</a:t>
            </a:r>
          </a:p>
        </p:txBody>
      </p:sp>
      <p:sp>
        <p:nvSpPr>
          <p:cNvPr id="11" name="Retângulo 10">
            <a:extLst>
              <a:ext uri="{FF2B5EF4-FFF2-40B4-BE49-F238E27FC236}">
                <a16:creationId xmlns:a16="http://schemas.microsoft.com/office/drawing/2014/main" id="{8C6B5CC6-10DB-7185-6AC3-F6FA17BE8241}"/>
              </a:ext>
            </a:extLst>
          </p:cNvPr>
          <p:cNvSpPr/>
          <p:nvPr/>
        </p:nvSpPr>
        <p:spPr>
          <a:xfrm>
            <a:off x="7062998" y="0"/>
            <a:ext cx="5171203" cy="6857999"/>
          </a:xfrm>
          <a:prstGeom prst="rect">
            <a:avLst/>
          </a:prstGeom>
          <a:solidFill>
            <a:srgbClr val="97928C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pic>
        <p:nvPicPr>
          <p:cNvPr id="6" name="Imagem 5">
            <a:extLst>
              <a:ext uri="{FF2B5EF4-FFF2-40B4-BE49-F238E27FC236}">
                <a16:creationId xmlns:a16="http://schemas.microsoft.com/office/drawing/2014/main" id="{B021D672-290B-9522-6DFA-655275DBD4D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30492" y="166788"/>
            <a:ext cx="1002014" cy="1229009"/>
          </a:xfrm>
          <a:prstGeom prst="rect">
            <a:avLst/>
          </a:prstGeom>
        </p:spPr>
      </p:pic>
      <p:pic>
        <p:nvPicPr>
          <p:cNvPr id="4" name="Imagem 3">
            <a:extLst>
              <a:ext uri="{FF2B5EF4-FFF2-40B4-BE49-F238E27FC236}">
                <a16:creationId xmlns:a16="http://schemas.microsoft.com/office/drawing/2014/main" id="{98968971-416D-D5E0-3CA7-BFC2FD7CF7B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748547" y="0"/>
            <a:ext cx="3800104" cy="6858000"/>
          </a:xfrm>
          <a:prstGeom prst="rect">
            <a:avLst/>
          </a:prstGeom>
        </p:spPr>
      </p:pic>
      <p:pic>
        <p:nvPicPr>
          <p:cNvPr id="8" name="Imagem 7">
            <a:extLst>
              <a:ext uri="{FF2B5EF4-FFF2-40B4-BE49-F238E27FC236}">
                <a16:creationId xmlns:a16="http://schemas.microsoft.com/office/drawing/2014/main" id="{1218800E-1AB7-92CD-472B-92B458835CFF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5912485">
            <a:off x="9322061" y="919734"/>
            <a:ext cx="3459247" cy="34592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9655710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3D9603-C6B7-E4E6-43AA-B95FDE99CC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ângulo 4">
            <a:extLst>
              <a:ext uri="{FF2B5EF4-FFF2-40B4-BE49-F238E27FC236}">
                <a16:creationId xmlns:a16="http://schemas.microsoft.com/office/drawing/2014/main" id="{940B27A6-6D43-7676-E384-4BC91FDFF77C}"/>
              </a:ext>
            </a:extLst>
          </p:cNvPr>
          <p:cNvSpPr/>
          <p:nvPr/>
        </p:nvSpPr>
        <p:spPr>
          <a:xfrm>
            <a:off x="0" y="0"/>
            <a:ext cx="12234201" cy="6857999"/>
          </a:xfrm>
          <a:prstGeom prst="rect">
            <a:avLst/>
          </a:prstGeom>
          <a:solidFill>
            <a:srgbClr val="FD3833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6" name="CaixaDeTexto 15">
            <a:extLst>
              <a:ext uri="{FF2B5EF4-FFF2-40B4-BE49-F238E27FC236}">
                <a16:creationId xmlns:a16="http://schemas.microsoft.com/office/drawing/2014/main" id="{3E316904-AD43-F2ED-308D-132A0FD972C0}"/>
              </a:ext>
            </a:extLst>
          </p:cNvPr>
          <p:cNvSpPr txBox="1"/>
          <p:nvPr/>
        </p:nvSpPr>
        <p:spPr>
          <a:xfrm>
            <a:off x="197078" y="2132838"/>
            <a:ext cx="669798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3200" b="1" dirty="0"/>
              <a:t>5. </a:t>
            </a:r>
            <a:r>
              <a:rPr lang="pt-BR" sz="3200" dirty="0"/>
              <a:t>toque em </a:t>
            </a:r>
            <a:r>
              <a:rPr lang="pt-BR" sz="3200" b="1" dirty="0"/>
              <a:t>Gmail</a:t>
            </a:r>
          </a:p>
        </p:txBody>
      </p:sp>
      <p:sp>
        <p:nvSpPr>
          <p:cNvPr id="11" name="Retângulo 10">
            <a:extLst>
              <a:ext uri="{FF2B5EF4-FFF2-40B4-BE49-F238E27FC236}">
                <a16:creationId xmlns:a16="http://schemas.microsoft.com/office/drawing/2014/main" id="{9838C8EE-BD9B-D602-92FC-32BB0ADB8251}"/>
              </a:ext>
            </a:extLst>
          </p:cNvPr>
          <p:cNvSpPr/>
          <p:nvPr/>
        </p:nvSpPr>
        <p:spPr>
          <a:xfrm>
            <a:off x="7062998" y="0"/>
            <a:ext cx="5171203" cy="6857999"/>
          </a:xfrm>
          <a:prstGeom prst="rect">
            <a:avLst/>
          </a:prstGeom>
          <a:solidFill>
            <a:srgbClr val="97928C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pic>
        <p:nvPicPr>
          <p:cNvPr id="6" name="Imagem 5">
            <a:extLst>
              <a:ext uri="{FF2B5EF4-FFF2-40B4-BE49-F238E27FC236}">
                <a16:creationId xmlns:a16="http://schemas.microsoft.com/office/drawing/2014/main" id="{396BDE0D-5DD0-4F8F-4B80-D9A1F826104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30492" y="166788"/>
            <a:ext cx="1002014" cy="1229009"/>
          </a:xfrm>
          <a:prstGeom prst="rect">
            <a:avLst/>
          </a:prstGeom>
        </p:spPr>
      </p:pic>
      <p:pic>
        <p:nvPicPr>
          <p:cNvPr id="4" name="Imagem 3">
            <a:extLst>
              <a:ext uri="{FF2B5EF4-FFF2-40B4-BE49-F238E27FC236}">
                <a16:creationId xmlns:a16="http://schemas.microsoft.com/office/drawing/2014/main" id="{79C53E1C-93A4-1766-00A8-379B4025176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342" t="5442" r="7960" b="9497"/>
          <a:stretch>
            <a:fillRect/>
          </a:stretch>
        </p:blipFill>
        <p:spPr>
          <a:xfrm>
            <a:off x="7810500" y="0"/>
            <a:ext cx="3581400" cy="6858000"/>
          </a:xfrm>
          <a:prstGeom prst="rect">
            <a:avLst/>
          </a:prstGeom>
        </p:spPr>
      </p:pic>
      <p:pic>
        <p:nvPicPr>
          <p:cNvPr id="8" name="Imagem 7">
            <a:extLst>
              <a:ext uri="{FF2B5EF4-FFF2-40B4-BE49-F238E27FC236}">
                <a16:creationId xmlns:a16="http://schemas.microsoft.com/office/drawing/2014/main" id="{F2237918-4B24-34BC-D8B4-437CB8AC9590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5912485">
            <a:off x="9057662" y="305230"/>
            <a:ext cx="3459247" cy="34592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8693972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4702312-C398-CE35-9DD6-B62C7DA5F4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ângulo 4">
            <a:extLst>
              <a:ext uri="{FF2B5EF4-FFF2-40B4-BE49-F238E27FC236}">
                <a16:creationId xmlns:a16="http://schemas.microsoft.com/office/drawing/2014/main" id="{3BF6F2C4-11BF-05F4-93A4-D41C4B29FA00}"/>
              </a:ext>
            </a:extLst>
          </p:cNvPr>
          <p:cNvSpPr/>
          <p:nvPr/>
        </p:nvSpPr>
        <p:spPr>
          <a:xfrm>
            <a:off x="0" y="0"/>
            <a:ext cx="12234201" cy="6857999"/>
          </a:xfrm>
          <a:prstGeom prst="rect">
            <a:avLst/>
          </a:prstGeom>
          <a:solidFill>
            <a:srgbClr val="FD3833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6" name="CaixaDeTexto 15">
            <a:extLst>
              <a:ext uri="{FF2B5EF4-FFF2-40B4-BE49-F238E27FC236}">
                <a16:creationId xmlns:a16="http://schemas.microsoft.com/office/drawing/2014/main" id="{B07CD81C-7ACF-EFEA-08F5-7E85B30E141C}"/>
              </a:ext>
            </a:extLst>
          </p:cNvPr>
          <p:cNvSpPr txBox="1"/>
          <p:nvPr/>
        </p:nvSpPr>
        <p:spPr>
          <a:xfrm>
            <a:off x="197078" y="2132838"/>
            <a:ext cx="669798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pt-BR" sz="3200" b="1" dirty="0"/>
              <a:t>6. Ajustes da conta</a:t>
            </a:r>
          </a:p>
        </p:txBody>
      </p:sp>
      <p:sp>
        <p:nvSpPr>
          <p:cNvPr id="11" name="Retângulo 10">
            <a:extLst>
              <a:ext uri="{FF2B5EF4-FFF2-40B4-BE49-F238E27FC236}">
                <a16:creationId xmlns:a16="http://schemas.microsoft.com/office/drawing/2014/main" id="{8AE1C85C-7182-4BCB-406F-9D8C57881727}"/>
              </a:ext>
            </a:extLst>
          </p:cNvPr>
          <p:cNvSpPr/>
          <p:nvPr/>
        </p:nvSpPr>
        <p:spPr>
          <a:xfrm>
            <a:off x="7062998" y="0"/>
            <a:ext cx="5171203" cy="6857999"/>
          </a:xfrm>
          <a:prstGeom prst="rect">
            <a:avLst/>
          </a:prstGeom>
          <a:solidFill>
            <a:srgbClr val="97928C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pic>
        <p:nvPicPr>
          <p:cNvPr id="6" name="Imagem 5">
            <a:extLst>
              <a:ext uri="{FF2B5EF4-FFF2-40B4-BE49-F238E27FC236}">
                <a16:creationId xmlns:a16="http://schemas.microsoft.com/office/drawing/2014/main" id="{4E436F53-C197-8DB2-3173-FEED61972CF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30492" y="166788"/>
            <a:ext cx="1002014" cy="1229009"/>
          </a:xfrm>
          <a:prstGeom prst="rect">
            <a:avLst/>
          </a:prstGeom>
        </p:spPr>
      </p:pic>
      <p:pic>
        <p:nvPicPr>
          <p:cNvPr id="3" name="Imagem 2">
            <a:extLst>
              <a:ext uri="{FF2B5EF4-FFF2-40B4-BE49-F238E27FC236}">
                <a16:creationId xmlns:a16="http://schemas.microsoft.com/office/drawing/2014/main" id="{BD6733DF-1BB0-7114-3801-7E38E4E34FA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857439" y="-1"/>
            <a:ext cx="3582319" cy="6858000"/>
          </a:xfrm>
          <a:prstGeom prst="rect">
            <a:avLst/>
          </a:prstGeom>
        </p:spPr>
      </p:pic>
      <p:pic>
        <p:nvPicPr>
          <p:cNvPr id="4" name="Imagem 3">
            <a:extLst>
              <a:ext uri="{FF2B5EF4-FFF2-40B4-BE49-F238E27FC236}">
                <a16:creationId xmlns:a16="http://schemas.microsoft.com/office/drawing/2014/main" id="{766A80F3-7253-4062-8A1E-7F35D7908532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5912485">
            <a:off x="9033734" y="1699376"/>
            <a:ext cx="3459247" cy="34592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8434385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A53C66F-BA68-5C86-5FEE-AF5FEC67C1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ângulo 4">
            <a:extLst>
              <a:ext uri="{FF2B5EF4-FFF2-40B4-BE49-F238E27FC236}">
                <a16:creationId xmlns:a16="http://schemas.microsoft.com/office/drawing/2014/main" id="{717DC91D-51E7-9986-194C-03606D161981}"/>
              </a:ext>
            </a:extLst>
          </p:cNvPr>
          <p:cNvSpPr/>
          <p:nvPr/>
        </p:nvSpPr>
        <p:spPr>
          <a:xfrm>
            <a:off x="0" y="0"/>
            <a:ext cx="12234201" cy="6857999"/>
          </a:xfrm>
          <a:prstGeom prst="rect">
            <a:avLst/>
          </a:prstGeom>
          <a:solidFill>
            <a:srgbClr val="FD3833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6" name="CaixaDeTexto 15">
            <a:extLst>
              <a:ext uri="{FF2B5EF4-FFF2-40B4-BE49-F238E27FC236}">
                <a16:creationId xmlns:a16="http://schemas.microsoft.com/office/drawing/2014/main" id="{270A9C6D-028C-308A-BA81-B4F9D5F8788C}"/>
              </a:ext>
            </a:extLst>
          </p:cNvPr>
          <p:cNvSpPr txBox="1"/>
          <p:nvPr/>
        </p:nvSpPr>
        <p:spPr>
          <a:xfrm>
            <a:off x="197078" y="2132838"/>
            <a:ext cx="6697980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pt-BR" sz="3200" b="1" dirty="0"/>
              <a:t>7. Agora a conta google esta na tela</a:t>
            </a:r>
          </a:p>
        </p:txBody>
      </p:sp>
      <p:sp>
        <p:nvSpPr>
          <p:cNvPr id="11" name="Retângulo 10">
            <a:extLst>
              <a:ext uri="{FF2B5EF4-FFF2-40B4-BE49-F238E27FC236}">
                <a16:creationId xmlns:a16="http://schemas.microsoft.com/office/drawing/2014/main" id="{D930D76B-C026-079B-473C-20FA17840A44}"/>
              </a:ext>
            </a:extLst>
          </p:cNvPr>
          <p:cNvSpPr/>
          <p:nvPr/>
        </p:nvSpPr>
        <p:spPr>
          <a:xfrm>
            <a:off x="7062998" y="0"/>
            <a:ext cx="5171203" cy="6857999"/>
          </a:xfrm>
          <a:prstGeom prst="rect">
            <a:avLst/>
          </a:prstGeom>
          <a:solidFill>
            <a:srgbClr val="97928C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pic>
        <p:nvPicPr>
          <p:cNvPr id="6" name="Imagem 5">
            <a:extLst>
              <a:ext uri="{FF2B5EF4-FFF2-40B4-BE49-F238E27FC236}">
                <a16:creationId xmlns:a16="http://schemas.microsoft.com/office/drawing/2014/main" id="{7E3FDE50-172B-2268-2DF1-CECC281A0FD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30492" y="166788"/>
            <a:ext cx="1002014" cy="1229009"/>
          </a:xfrm>
          <a:prstGeom prst="rect">
            <a:avLst/>
          </a:prstGeom>
        </p:spPr>
      </p:pic>
      <p:pic>
        <p:nvPicPr>
          <p:cNvPr id="3" name="Imagem 2">
            <a:extLst>
              <a:ext uri="{FF2B5EF4-FFF2-40B4-BE49-F238E27FC236}">
                <a16:creationId xmlns:a16="http://schemas.microsoft.com/office/drawing/2014/main" id="{06D5EB84-305F-7414-7BF8-F99409EE7BC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060430" y="166788"/>
            <a:ext cx="3176337" cy="6858000"/>
          </a:xfrm>
          <a:prstGeom prst="rect">
            <a:avLst/>
          </a:prstGeom>
        </p:spPr>
      </p:pic>
      <p:pic>
        <p:nvPicPr>
          <p:cNvPr id="4" name="Imagem 3">
            <a:extLst>
              <a:ext uri="{FF2B5EF4-FFF2-40B4-BE49-F238E27FC236}">
                <a16:creationId xmlns:a16="http://schemas.microsoft.com/office/drawing/2014/main" id="{4561DB3D-91AB-D756-408D-A0D586CF0EB1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286178">
            <a:off x="8495861" y="1418563"/>
            <a:ext cx="3459247" cy="34592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4489754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m 1">
            <a:extLst>
              <a:ext uri="{FF2B5EF4-FFF2-40B4-BE49-F238E27FC236}">
                <a16:creationId xmlns:a16="http://schemas.microsoft.com/office/drawing/2014/main" id="{AEC60C3B-9836-44AE-BC63-BC6B5F66D48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09675" y="190500"/>
            <a:ext cx="9772650" cy="6477000"/>
          </a:xfrm>
          <a:prstGeom prst="rect">
            <a:avLst/>
          </a:prstGeom>
        </p:spPr>
      </p:pic>
      <p:sp>
        <p:nvSpPr>
          <p:cNvPr id="3" name="Seta: para Baixo 2">
            <a:extLst>
              <a:ext uri="{FF2B5EF4-FFF2-40B4-BE49-F238E27FC236}">
                <a16:creationId xmlns:a16="http://schemas.microsoft.com/office/drawing/2014/main" id="{73A71931-370E-406A-8A30-E053BD569BE8}"/>
              </a:ext>
            </a:extLst>
          </p:cNvPr>
          <p:cNvSpPr/>
          <p:nvPr/>
        </p:nvSpPr>
        <p:spPr>
          <a:xfrm rot="8093117">
            <a:off x="7363774" y="2133600"/>
            <a:ext cx="3901440" cy="4236720"/>
          </a:xfrm>
          <a:prstGeom prst="downArrow">
            <a:avLst/>
          </a:prstGeom>
          <a:gradFill flip="none" rotWithShape="1">
            <a:gsLst>
              <a:gs pos="0">
                <a:schemeClr val="accent6">
                  <a:lumMod val="67000"/>
                </a:schemeClr>
              </a:gs>
              <a:gs pos="48000">
                <a:schemeClr val="accent6">
                  <a:lumMod val="97000"/>
                  <a:lumOff val="3000"/>
                </a:schemeClr>
              </a:gs>
              <a:gs pos="100000">
                <a:schemeClr val="accent6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392819920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m 1">
            <a:extLst>
              <a:ext uri="{FF2B5EF4-FFF2-40B4-BE49-F238E27FC236}">
                <a16:creationId xmlns:a16="http://schemas.microsoft.com/office/drawing/2014/main" id="{EB918841-BFA6-4406-8513-93C6F17A796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09675" y="190500"/>
            <a:ext cx="9772650" cy="6477000"/>
          </a:xfrm>
          <a:prstGeom prst="rect">
            <a:avLst/>
          </a:prstGeom>
        </p:spPr>
      </p:pic>
      <p:sp>
        <p:nvSpPr>
          <p:cNvPr id="3" name="Seta: para Baixo 2">
            <a:extLst>
              <a:ext uri="{FF2B5EF4-FFF2-40B4-BE49-F238E27FC236}">
                <a16:creationId xmlns:a16="http://schemas.microsoft.com/office/drawing/2014/main" id="{A4DD580E-9C9B-4A22-8029-A611EDB3841E}"/>
              </a:ext>
            </a:extLst>
          </p:cNvPr>
          <p:cNvSpPr/>
          <p:nvPr/>
        </p:nvSpPr>
        <p:spPr>
          <a:xfrm>
            <a:off x="7315200" y="335280"/>
            <a:ext cx="3901440" cy="4236720"/>
          </a:xfrm>
          <a:prstGeom prst="downArrow">
            <a:avLst/>
          </a:prstGeom>
          <a:gradFill flip="none" rotWithShape="1">
            <a:gsLst>
              <a:gs pos="0">
                <a:schemeClr val="accent6">
                  <a:lumMod val="67000"/>
                </a:schemeClr>
              </a:gs>
              <a:gs pos="48000">
                <a:schemeClr val="accent6">
                  <a:lumMod val="97000"/>
                  <a:lumOff val="3000"/>
                </a:schemeClr>
              </a:gs>
              <a:gs pos="100000">
                <a:schemeClr val="accent6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910657739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m 1">
            <a:extLst>
              <a:ext uri="{FF2B5EF4-FFF2-40B4-BE49-F238E27FC236}">
                <a16:creationId xmlns:a16="http://schemas.microsoft.com/office/drawing/2014/main" id="{E8795653-46D9-4A14-8C93-9A6C4C27EBB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09675" y="190500"/>
            <a:ext cx="9772650" cy="6477000"/>
          </a:xfrm>
          <a:prstGeom prst="rect">
            <a:avLst/>
          </a:prstGeom>
        </p:spPr>
      </p:pic>
      <p:sp>
        <p:nvSpPr>
          <p:cNvPr id="3" name="Seta: para Baixo 2">
            <a:extLst>
              <a:ext uri="{FF2B5EF4-FFF2-40B4-BE49-F238E27FC236}">
                <a16:creationId xmlns:a16="http://schemas.microsoft.com/office/drawing/2014/main" id="{A98FC192-81B9-479A-9E21-D12CF88FBCF2}"/>
              </a:ext>
            </a:extLst>
          </p:cNvPr>
          <p:cNvSpPr/>
          <p:nvPr/>
        </p:nvSpPr>
        <p:spPr>
          <a:xfrm rot="10800000">
            <a:off x="4808984" y="3185160"/>
            <a:ext cx="3901440" cy="4236720"/>
          </a:xfrm>
          <a:prstGeom prst="downArrow">
            <a:avLst/>
          </a:prstGeom>
          <a:gradFill flip="none" rotWithShape="1">
            <a:gsLst>
              <a:gs pos="0">
                <a:schemeClr val="accent6">
                  <a:lumMod val="67000"/>
                </a:schemeClr>
              </a:gs>
              <a:gs pos="48000">
                <a:schemeClr val="accent6">
                  <a:lumMod val="97000"/>
                  <a:lumOff val="3000"/>
                </a:schemeClr>
              </a:gs>
              <a:gs pos="100000">
                <a:schemeClr val="accent6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4" name="Retângulo 3">
            <a:extLst>
              <a:ext uri="{FF2B5EF4-FFF2-40B4-BE49-F238E27FC236}">
                <a16:creationId xmlns:a16="http://schemas.microsoft.com/office/drawing/2014/main" id="{0245AEAE-5E1F-48D8-B18D-A2D7A34F7513}"/>
              </a:ext>
            </a:extLst>
          </p:cNvPr>
          <p:cNvSpPr/>
          <p:nvPr/>
        </p:nvSpPr>
        <p:spPr>
          <a:xfrm>
            <a:off x="2718434" y="3063240"/>
            <a:ext cx="601028" cy="243840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5" name="CaixaDeTexto 4">
            <a:extLst>
              <a:ext uri="{FF2B5EF4-FFF2-40B4-BE49-F238E27FC236}">
                <a16:creationId xmlns:a16="http://schemas.microsoft.com/office/drawing/2014/main" id="{09281A24-79E5-4390-ACD8-54EFF4E58A0E}"/>
              </a:ext>
            </a:extLst>
          </p:cNvPr>
          <p:cNvSpPr txBox="1"/>
          <p:nvPr/>
        </p:nvSpPr>
        <p:spPr>
          <a:xfrm>
            <a:off x="2602808" y="3070860"/>
            <a:ext cx="813043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900" b="1" dirty="0" err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NomeEmail</a:t>
            </a:r>
            <a:endParaRPr lang="pt-BR" sz="900" b="1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266856816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m 2">
            <a:extLst>
              <a:ext uri="{FF2B5EF4-FFF2-40B4-BE49-F238E27FC236}">
                <a16:creationId xmlns:a16="http://schemas.microsoft.com/office/drawing/2014/main" id="{7B4149C9-62A6-4782-B7DD-80B3EDE9DD2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03909"/>
            <a:ext cx="12192000" cy="6650182"/>
          </a:xfrm>
          <a:prstGeom prst="rect">
            <a:avLst/>
          </a:prstGeom>
        </p:spPr>
      </p:pic>
      <p:sp>
        <p:nvSpPr>
          <p:cNvPr id="4" name="Retângulo 3">
            <a:extLst>
              <a:ext uri="{FF2B5EF4-FFF2-40B4-BE49-F238E27FC236}">
                <a16:creationId xmlns:a16="http://schemas.microsoft.com/office/drawing/2014/main" id="{1D8C5F89-0643-4E6D-90C2-098AFAD94259}"/>
              </a:ext>
            </a:extLst>
          </p:cNvPr>
          <p:cNvSpPr/>
          <p:nvPr/>
        </p:nvSpPr>
        <p:spPr>
          <a:xfrm>
            <a:off x="0" y="3870960"/>
            <a:ext cx="12192000" cy="2148840"/>
          </a:xfrm>
          <a:prstGeom prst="rect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200" b="1" dirty="0"/>
              <a:t>ESQUECEU A SENHA?</a:t>
            </a:r>
          </a:p>
        </p:txBody>
      </p:sp>
    </p:spTree>
    <p:extLst>
      <p:ext uri="{BB962C8B-B14F-4D97-AF65-F5344CB8AC3E}">
        <p14:creationId xmlns:p14="http://schemas.microsoft.com/office/powerpoint/2010/main" val="416974501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D7D87C9-28AC-6DA5-EC86-8D1A60D68F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m 2">
            <a:extLst>
              <a:ext uri="{FF2B5EF4-FFF2-40B4-BE49-F238E27FC236}">
                <a16:creationId xmlns:a16="http://schemas.microsoft.com/office/drawing/2014/main" id="{9683A35F-7DCE-28C9-704F-A8D4A4D61E0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76564" y="-132671"/>
            <a:ext cx="9867900" cy="6600825"/>
          </a:xfrm>
          <a:prstGeom prst="rect">
            <a:avLst/>
          </a:prstGeom>
        </p:spPr>
      </p:pic>
      <p:sp>
        <p:nvSpPr>
          <p:cNvPr id="5" name="Retângulo 4">
            <a:extLst>
              <a:ext uri="{FF2B5EF4-FFF2-40B4-BE49-F238E27FC236}">
                <a16:creationId xmlns:a16="http://schemas.microsoft.com/office/drawing/2014/main" id="{CC2F37C7-C0C4-A56B-F3C1-32ACA203BDB0}"/>
              </a:ext>
            </a:extLst>
          </p:cNvPr>
          <p:cNvSpPr/>
          <p:nvPr/>
        </p:nvSpPr>
        <p:spPr>
          <a:xfrm>
            <a:off x="2718434" y="3063240"/>
            <a:ext cx="601028" cy="243840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6" name="CaixaDeTexto 5">
            <a:extLst>
              <a:ext uri="{FF2B5EF4-FFF2-40B4-BE49-F238E27FC236}">
                <a16:creationId xmlns:a16="http://schemas.microsoft.com/office/drawing/2014/main" id="{63F6CA37-6184-AF2A-7D94-E9D160BDD75B}"/>
              </a:ext>
            </a:extLst>
          </p:cNvPr>
          <p:cNvSpPr txBox="1"/>
          <p:nvPr/>
        </p:nvSpPr>
        <p:spPr>
          <a:xfrm>
            <a:off x="2602808" y="3070860"/>
            <a:ext cx="813043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900" b="1" dirty="0" err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NomeEmail</a:t>
            </a:r>
            <a:endParaRPr lang="pt-BR" sz="900" b="1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7" name="Seta: para Baixo 6">
            <a:extLst>
              <a:ext uri="{FF2B5EF4-FFF2-40B4-BE49-F238E27FC236}">
                <a16:creationId xmlns:a16="http://schemas.microsoft.com/office/drawing/2014/main" id="{538A72C8-5152-D8C5-829F-FF718F2A9D37}"/>
              </a:ext>
            </a:extLst>
          </p:cNvPr>
          <p:cNvSpPr/>
          <p:nvPr/>
        </p:nvSpPr>
        <p:spPr>
          <a:xfrm>
            <a:off x="5687752" y="253275"/>
            <a:ext cx="3901440" cy="4236720"/>
          </a:xfrm>
          <a:prstGeom prst="downArrow">
            <a:avLst/>
          </a:prstGeom>
          <a:gradFill flip="none" rotWithShape="1">
            <a:gsLst>
              <a:gs pos="0">
                <a:schemeClr val="accent6">
                  <a:lumMod val="67000"/>
                </a:schemeClr>
              </a:gs>
              <a:gs pos="48000">
                <a:schemeClr val="accent6">
                  <a:lumMod val="97000"/>
                  <a:lumOff val="3000"/>
                </a:schemeClr>
              </a:gs>
              <a:gs pos="100000">
                <a:schemeClr val="accent6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459168084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20BBA46-D11C-83AA-E334-CBB1BB4CE8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Imagem 8">
            <a:extLst>
              <a:ext uri="{FF2B5EF4-FFF2-40B4-BE49-F238E27FC236}">
                <a16:creationId xmlns:a16="http://schemas.microsoft.com/office/drawing/2014/main" id="{CCE5A1AF-192A-00CB-3B54-879AA4AE861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76564" y="-132672"/>
            <a:ext cx="9867900" cy="6600825"/>
          </a:xfrm>
          <a:prstGeom prst="rect">
            <a:avLst/>
          </a:prstGeom>
        </p:spPr>
      </p:pic>
      <p:sp>
        <p:nvSpPr>
          <p:cNvPr id="5" name="Retângulo 4">
            <a:extLst>
              <a:ext uri="{FF2B5EF4-FFF2-40B4-BE49-F238E27FC236}">
                <a16:creationId xmlns:a16="http://schemas.microsoft.com/office/drawing/2014/main" id="{F35AD9CB-25D4-E46E-78C3-C0A9C0A68EE8}"/>
              </a:ext>
            </a:extLst>
          </p:cNvPr>
          <p:cNvSpPr/>
          <p:nvPr/>
        </p:nvSpPr>
        <p:spPr>
          <a:xfrm>
            <a:off x="2718434" y="3063240"/>
            <a:ext cx="601028" cy="243840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6" name="CaixaDeTexto 5">
            <a:extLst>
              <a:ext uri="{FF2B5EF4-FFF2-40B4-BE49-F238E27FC236}">
                <a16:creationId xmlns:a16="http://schemas.microsoft.com/office/drawing/2014/main" id="{CBAA793C-C4F5-2070-C48E-A2CA27B956F8}"/>
              </a:ext>
            </a:extLst>
          </p:cNvPr>
          <p:cNvSpPr txBox="1"/>
          <p:nvPr/>
        </p:nvSpPr>
        <p:spPr>
          <a:xfrm>
            <a:off x="2602808" y="3070860"/>
            <a:ext cx="813043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900" b="1" dirty="0" err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NomeEmail</a:t>
            </a:r>
            <a:endParaRPr lang="pt-BR" sz="900" b="1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7" name="Seta: para Baixo 6">
            <a:extLst>
              <a:ext uri="{FF2B5EF4-FFF2-40B4-BE49-F238E27FC236}">
                <a16:creationId xmlns:a16="http://schemas.microsoft.com/office/drawing/2014/main" id="{B41972B8-6116-25D2-3631-E0EAA079578F}"/>
              </a:ext>
            </a:extLst>
          </p:cNvPr>
          <p:cNvSpPr/>
          <p:nvPr/>
        </p:nvSpPr>
        <p:spPr>
          <a:xfrm rot="16200000">
            <a:off x="2276894" y="2256246"/>
            <a:ext cx="3901440" cy="4236720"/>
          </a:xfrm>
          <a:prstGeom prst="downArrow">
            <a:avLst/>
          </a:prstGeom>
          <a:gradFill flip="none" rotWithShape="1">
            <a:gsLst>
              <a:gs pos="0">
                <a:schemeClr val="accent6">
                  <a:lumMod val="67000"/>
                </a:schemeClr>
              </a:gs>
              <a:gs pos="48000">
                <a:schemeClr val="accent6">
                  <a:lumMod val="97000"/>
                  <a:lumOff val="3000"/>
                </a:schemeClr>
              </a:gs>
              <a:gs pos="100000">
                <a:schemeClr val="accent6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836758259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8273F55-C676-F145-3C0C-F60101DD05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m 2">
            <a:extLst>
              <a:ext uri="{FF2B5EF4-FFF2-40B4-BE49-F238E27FC236}">
                <a16:creationId xmlns:a16="http://schemas.microsoft.com/office/drawing/2014/main" id="{256C0DB9-1921-217C-D3F3-3863D7CAE65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62050" y="128587"/>
            <a:ext cx="9867900" cy="6600825"/>
          </a:xfrm>
          <a:prstGeom prst="rect">
            <a:avLst/>
          </a:prstGeom>
        </p:spPr>
      </p:pic>
      <p:sp>
        <p:nvSpPr>
          <p:cNvPr id="5" name="Retângulo 4">
            <a:extLst>
              <a:ext uri="{FF2B5EF4-FFF2-40B4-BE49-F238E27FC236}">
                <a16:creationId xmlns:a16="http://schemas.microsoft.com/office/drawing/2014/main" id="{D5E298F7-DF06-7AE8-02D9-61CF9CC58C0B}"/>
              </a:ext>
            </a:extLst>
          </p:cNvPr>
          <p:cNvSpPr/>
          <p:nvPr/>
        </p:nvSpPr>
        <p:spPr>
          <a:xfrm>
            <a:off x="2616832" y="4302034"/>
            <a:ext cx="601028" cy="243840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r"/>
            <a:endParaRPr lang="pt-BR"/>
          </a:p>
        </p:txBody>
      </p:sp>
      <p:sp>
        <p:nvSpPr>
          <p:cNvPr id="6" name="CaixaDeTexto 5">
            <a:extLst>
              <a:ext uri="{FF2B5EF4-FFF2-40B4-BE49-F238E27FC236}">
                <a16:creationId xmlns:a16="http://schemas.microsoft.com/office/drawing/2014/main" id="{B5D6CEBB-718B-82B1-F810-90AE62EDE67C}"/>
              </a:ext>
            </a:extLst>
          </p:cNvPr>
          <p:cNvSpPr txBox="1"/>
          <p:nvPr/>
        </p:nvSpPr>
        <p:spPr>
          <a:xfrm>
            <a:off x="2501206" y="4309654"/>
            <a:ext cx="813043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pt-BR" sz="900" b="1" dirty="0" err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NomeEmail</a:t>
            </a:r>
            <a:endParaRPr lang="pt-BR" sz="900" b="1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7" name="Seta: para Baixo 6">
            <a:extLst>
              <a:ext uri="{FF2B5EF4-FFF2-40B4-BE49-F238E27FC236}">
                <a16:creationId xmlns:a16="http://schemas.microsoft.com/office/drawing/2014/main" id="{F0B9B0B0-71FE-B555-42EC-53F7E246E973}"/>
              </a:ext>
            </a:extLst>
          </p:cNvPr>
          <p:cNvSpPr/>
          <p:nvPr/>
        </p:nvSpPr>
        <p:spPr>
          <a:xfrm rot="10800000">
            <a:off x="4517660" y="3647439"/>
            <a:ext cx="3901440" cy="4236720"/>
          </a:xfrm>
          <a:prstGeom prst="downArrow">
            <a:avLst/>
          </a:prstGeom>
          <a:gradFill flip="none" rotWithShape="1">
            <a:gsLst>
              <a:gs pos="0">
                <a:schemeClr val="accent6">
                  <a:lumMod val="67000"/>
                </a:schemeClr>
              </a:gs>
              <a:gs pos="48000">
                <a:schemeClr val="accent6">
                  <a:lumMod val="97000"/>
                  <a:lumOff val="3000"/>
                </a:schemeClr>
              </a:gs>
              <a:gs pos="100000">
                <a:schemeClr val="accent6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1936455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B202DAB-C232-7673-C8AE-8CF78B1A9A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Imagem 3">
            <a:extLst>
              <a:ext uri="{FF2B5EF4-FFF2-40B4-BE49-F238E27FC236}">
                <a16:creationId xmlns:a16="http://schemas.microsoft.com/office/drawing/2014/main" id="{48549F21-438C-634B-6E25-9F49B9C7547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62050" y="128587"/>
            <a:ext cx="9867900" cy="6600825"/>
          </a:xfrm>
          <a:prstGeom prst="rect">
            <a:avLst/>
          </a:prstGeom>
        </p:spPr>
      </p:pic>
      <p:sp>
        <p:nvSpPr>
          <p:cNvPr id="5" name="Retângulo 4">
            <a:extLst>
              <a:ext uri="{FF2B5EF4-FFF2-40B4-BE49-F238E27FC236}">
                <a16:creationId xmlns:a16="http://schemas.microsoft.com/office/drawing/2014/main" id="{D3F8DF21-22AC-3C3D-9C55-7FCCD0A9959B}"/>
              </a:ext>
            </a:extLst>
          </p:cNvPr>
          <p:cNvSpPr/>
          <p:nvPr/>
        </p:nvSpPr>
        <p:spPr>
          <a:xfrm>
            <a:off x="2616832" y="4302034"/>
            <a:ext cx="601028" cy="243840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r"/>
            <a:endParaRPr lang="pt-BR"/>
          </a:p>
        </p:txBody>
      </p:sp>
      <p:sp>
        <p:nvSpPr>
          <p:cNvPr id="6" name="CaixaDeTexto 5">
            <a:extLst>
              <a:ext uri="{FF2B5EF4-FFF2-40B4-BE49-F238E27FC236}">
                <a16:creationId xmlns:a16="http://schemas.microsoft.com/office/drawing/2014/main" id="{280B983F-5252-11AB-D3CE-637B0B438B0C}"/>
              </a:ext>
            </a:extLst>
          </p:cNvPr>
          <p:cNvSpPr txBox="1"/>
          <p:nvPr/>
        </p:nvSpPr>
        <p:spPr>
          <a:xfrm>
            <a:off x="2501206" y="4309654"/>
            <a:ext cx="813043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pt-BR" sz="900" b="1" dirty="0" err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NomeEmail</a:t>
            </a:r>
            <a:endParaRPr lang="pt-BR" sz="900" b="1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7" name="Seta: para Baixo 6">
            <a:extLst>
              <a:ext uri="{FF2B5EF4-FFF2-40B4-BE49-F238E27FC236}">
                <a16:creationId xmlns:a16="http://schemas.microsoft.com/office/drawing/2014/main" id="{3472AC05-0AC3-5CA2-80DE-89DDE1EA4750}"/>
              </a:ext>
            </a:extLst>
          </p:cNvPr>
          <p:cNvSpPr/>
          <p:nvPr/>
        </p:nvSpPr>
        <p:spPr>
          <a:xfrm rot="5400000">
            <a:off x="7818120" y="2903220"/>
            <a:ext cx="3901440" cy="4236720"/>
          </a:xfrm>
          <a:prstGeom prst="downArrow">
            <a:avLst/>
          </a:prstGeom>
          <a:gradFill flip="none" rotWithShape="1">
            <a:gsLst>
              <a:gs pos="0">
                <a:schemeClr val="accent6">
                  <a:lumMod val="67000"/>
                </a:schemeClr>
              </a:gs>
              <a:gs pos="48000">
                <a:schemeClr val="accent6">
                  <a:lumMod val="97000"/>
                  <a:lumOff val="3000"/>
                </a:schemeClr>
              </a:gs>
              <a:gs pos="100000">
                <a:schemeClr val="accent6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528709086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25F61D2-A8AE-1CEA-59E7-EBF58A7C49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m 2">
            <a:extLst>
              <a:ext uri="{FF2B5EF4-FFF2-40B4-BE49-F238E27FC236}">
                <a16:creationId xmlns:a16="http://schemas.microsoft.com/office/drawing/2014/main" id="{2357CDCA-8C5D-DA76-3BFA-E3B221B1E2C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62050" y="128587"/>
            <a:ext cx="9867900" cy="6600825"/>
          </a:xfrm>
          <a:prstGeom prst="rect">
            <a:avLst/>
          </a:prstGeom>
        </p:spPr>
      </p:pic>
      <p:sp>
        <p:nvSpPr>
          <p:cNvPr id="5" name="Retângulo 4">
            <a:extLst>
              <a:ext uri="{FF2B5EF4-FFF2-40B4-BE49-F238E27FC236}">
                <a16:creationId xmlns:a16="http://schemas.microsoft.com/office/drawing/2014/main" id="{18832CE4-34EC-E136-83C4-6B567E179E61}"/>
              </a:ext>
            </a:extLst>
          </p:cNvPr>
          <p:cNvSpPr/>
          <p:nvPr/>
        </p:nvSpPr>
        <p:spPr>
          <a:xfrm>
            <a:off x="2616832" y="4302034"/>
            <a:ext cx="601028" cy="243840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r"/>
            <a:endParaRPr lang="pt-BR"/>
          </a:p>
        </p:txBody>
      </p:sp>
      <p:sp>
        <p:nvSpPr>
          <p:cNvPr id="6" name="CaixaDeTexto 5">
            <a:extLst>
              <a:ext uri="{FF2B5EF4-FFF2-40B4-BE49-F238E27FC236}">
                <a16:creationId xmlns:a16="http://schemas.microsoft.com/office/drawing/2014/main" id="{5C1FF25F-1CAE-DDEE-25B2-95B521CAFA4D}"/>
              </a:ext>
            </a:extLst>
          </p:cNvPr>
          <p:cNvSpPr txBox="1"/>
          <p:nvPr/>
        </p:nvSpPr>
        <p:spPr>
          <a:xfrm>
            <a:off x="2501206" y="4309654"/>
            <a:ext cx="813043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pt-BR" sz="900" b="1" dirty="0" err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NomeEmail</a:t>
            </a:r>
            <a:endParaRPr lang="pt-BR" sz="900" b="1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7" name="Seta: para Baixo 6">
            <a:extLst>
              <a:ext uri="{FF2B5EF4-FFF2-40B4-BE49-F238E27FC236}">
                <a16:creationId xmlns:a16="http://schemas.microsoft.com/office/drawing/2014/main" id="{1DF1278E-A598-177B-50B5-0C40C5E5BF7A}"/>
              </a:ext>
            </a:extLst>
          </p:cNvPr>
          <p:cNvSpPr/>
          <p:nvPr/>
        </p:nvSpPr>
        <p:spPr>
          <a:xfrm rot="10986192">
            <a:off x="5925188" y="3531494"/>
            <a:ext cx="3901440" cy="4236720"/>
          </a:xfrm>
          <a:prstGeom prst="downArrow">
            <a:avLst/>
          </a:prstGeom>
          <a:gradFill flip="none" rotWithShape="1">
            <a:gsLst>
              <a:gs pos="0">
                <a:schemeClr val="accent6">
                  <a:lumMod val="67000"/>
                </a:schemeClr>
              </a:gs>
              <a:gs pos="48000">
                <a:schemeClr val="accent6">
                  <a:lumMod val="97000"/>
                  <a:lumOff val="3000"/>
                </a:schemeClr>
              </a:gs>
              <a:gs pos="100000">
                <a:schemeClr val="accent6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965431648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9D6CE23-B71B-5368-9023-06E5FE79E2A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m 2">
            <a:extLst>
              <a:ext uri="{FF2B5EF4-FFF2-40B4-BE49-F238E27FC236}">
                <a16:creationId xmlns:a16="http://schemas.microsoft.com/office/drawing/2014/main" id="{DBF710B3-17F0-50FC-5E0F-60B96ECECD8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62050" y="128587"/>
            <a:ext cx="9867900" cy="6600825"/>
          </a:xfrm>
          <a:prstGeom prst="rect">
            <a:avLst/>
          </a:prstGeom>
        </p:spPr>
      </p:pic>
      <p:sp>
        <p:nvSpPr>
          <p:cNvPr id="5" name="Retângulo 4">
            <a:extLst>
              <a:ext uri="{FF2B5EF4-FFF2-40B4-BE49-F238E27FC236}">
                <a16:creationId xmlns:a16="http://schemas.microsoft.com/office/drawing/2014/main" id="{63B3DF67-8E29-299F-FFE6-B9F10A065469}"/>
              </a:ext>
            </a:extLst>
          </p:cNvPr>
          <p:cNvSpPr/>
          <p:nvPr/>
        </p:nvSpPr>
        <p:spPr>
          <a:xfrm>
            <a:off x="2616832" y="4302034"/>
            <a:ext cx="601028" cy="243840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r"/>
            <a:endParaRPr lang="pt-BR"/>
          </a:p>
        </p:txBody>
      </p:sp>
      <p:sp>
        <p:nvSpPr>
          <p:cNvPr id="6" name="CaixaDeTexto 5">
            <a:extLst>
              <a:ext uri="{FF2B5EF4-FFF2-40B4-BE49-F238E27FC236}">
                <a16:creationId xmlns:a16="http://schemas.microsoft.com/office/drawing/2014/main" id="{544217D1-9199-45C4-660D-77CA372EC8C3}"/>
              </a:ext>
            </a:extLst>
          </p:cNvPr>
          <p:cNvSpPr txBox="1"/>
          <p:nvPr/>
        </p:nvSpPr>
        <p:spPr>
          <a:xfrm>
            <a:off x="2501206" y="4309654"/>
            <a:ext cx="813043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pt-BR" sz="900" b="1" dirty="0" err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NomeEmail</a:t>
            </a:r>
            <a:endParaRPr lang="pt-BR" sz="900" b="1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7" name="Seta: para Baixo 6">
            <a:extLst>
              <a:ext uri="{FF2B5EF4-FFF2-40B4-BE49-F238E27FC236}">
                <a16:creationId xmlns:a16="http://schemas.microsoft.com/office/drawing/2014/main" id="{E6E355C7-5A7A-584A-E2E0-B450072DE4EA}"/>
              </a:ext>
            </a:extLst>
          </p:cNvPr>
          <p:cNvSpPr/>
          <p:nvPr/>
        </p:nvSpPr>
        <p:spPr>
          <a:xfrm rot="10986192">
            <a:off x="5925188" y="3531494"/>
            <a:ext cx="3901440" cy="4236720"/>
          </a:xfrm>
          <a:prstGeom prst="downArrow">
            <a:avLst/>
          </a:prstGeom>
          <a:gradFill flip="none" rotWithShape="1">
            <a:gsLst>
              <a:gs pos="0">
                <a:schemeClr val="accent6">
                  <a:lumMod val="67000"/>
                </a:schemeClr>
              </a:gs>
              <a:gs pos="48000">
                <a:schemeClr val="accent6">
                  <a:lumMod val="97000"/>
                  <a:lumOff val="3000"/>
                </a:schemeClr>
              </a:gs>
              <a:gs pos="100000">
                <a:schemeClr val="accent6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601104124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11775D5-E38E-0AC5-C4A9-77A946F78E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m 2">
            <a:extLst>
              <a:ext uri="{FF2B5EF4-FFF2-40B4-BE49-F238E27FC236}">
                <a16:creationId xmlns:a16="http://schemas.microsoft.com/office/drawing/2014/main" id="{2C171199-AA57-6712-8292-D601CFC422C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62050" y="128587"/>
            <a:ext cx="9867900" cy="6600825"/>
          </a:xfrm>
          <a:prstGeom prst="rect">
            <a:avLst/>
          </a:prstGeom>
        </p:spPr>
      </p:pic>
      <p:sp>
        <p:nvSpPr>
          <p:cNvPr id="5" name="Retângulo 4">
            <a:extLst>
              <a:ext uri="{FF2B5EF4-FFF2-40B4-BE49-F238E27FC236}">
                <a16:creationId xmlns:a16="http://schemas.microsoft.com/office/drawing/2014/main" id="{152308C6-12F8-F37C-0E48-F1E5B17EF92E}"/>
              </a:ext>
            </a:extLst>
          </p:cNvPr>
          <p:cNvSpPr/>
          <p:nvPr/>
        </p:nvSpPr>
        <p:spPr>
          <a:xfrm>
            <a:off x="2616832" y="4302034"/>
            <a:ext cx="601028" cy="243840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r"/>
            <a:endParaRPr lang="pt-BR"/>
          </a:p>
        </p:txBody>
      </p:sp>
      <p:sp>
        <p:nvSpPr>
          <p:cNvPr id="6" name="CaixaDeTexto 5">
            <a:extLst>
              <a:ext uri="{FF2B5EF4-FFF2-40B4-BE49-F238E27FC236}">
                <a16:creationId xmlns:a16="http://schemas.microsoft.com/office/drawing/2014/main" id="{74101D02-E4FD-1DA8-EB7F-132EAC93F69C}"/>
              </a:ext>
            </a:extLst>
          </p:cNvPr>
          <p:cNvSpPr txBox="1"/>
          <p:nvPr/>
        </p:nvSpPr>
        <p:spPr>
          <a:xfrm>
            <a:off x="2501206" y="4309654"/>
            <a:ext cx="813043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pt-BR" sz="900" b="1" dirty="0" err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NomeEmail</a:t>
            </a:r>
            <a:endParaRPr lang="pt-BR" sz="900" b="1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7" name="Seta: para Baixo 6">
            <a:extLst>
              <a:ext uri="{FF2B5EF4-FFF2-40B4-BE49-F238E27FC236}">
                <a16:creationId xmlns:a16="http://schemas.microsoft.com/office/drawing/2014/main" id="{C30F0362-8B31-F3F4-74B5-A33BB7EA2EDA}"/>
              </a:ext>
            </a:extLst>
          </p:cNvPr>
          <p:cNvSpPr/>
          <p:nvPr/>
        </p:nvSpPr>
        <p:spPr>
          <a:xfrm rot="15951980">
            <a:off x="4620495" y="3112394"/>
            <a:ext cx="3901440" cy="4236720"/>
          </a:xfrm>
          <a:prstGeom prst="downArrow">
            <a:avLst/>
          </a:prstGeom>
          <a:gradFill flip="none" rotWithShape="1">
            <a:gsLst>
              <a:gs pos="0">
                <a:schemeClr val="accent6">
                  <a:lumMod val="67000"/>
                </a:schemeClr>
              </a:gs>
              <a:gs pos="48000">
                <a:schemeClr val="accent6">
                  <a:lumMod val="97000"/>
                  <a:lumOff val="3000"/>
                </a:schemeClr>
              </a:gs>
              <a:gs pos="100000">
                <a:schemeClr val="accent6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349667453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2497913-683C-C8E9-FE8D-01F90F18B1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Imagem 3">
            <a:extLst>
              <a:ext uri="{FF2B5EF4-FFF2-40B4-BE49-F238E27FC236}">
                <a16:creationId xmlns:a16="http://schemas.microsoft.com/office/drawing/2014/main" id="{CDBE5F27-8BCA-795E-5F66-ABC612BB269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62050" y="128587"/>
            <a:ext cx="9867900" cy="6600825"/>
          </a:xfrm>
          <a:prstGeom prst="rect">
            <a:avLst/>
          </a:prstGeom>
        </p:spPr>
      </p:pic>
      <p:sp>
        <p:nvSpPr>
          <p:cNvPr id="5" name="Retângulo 4">
            <a:extLst>
              <a:ext uri="{FF2B5EF4-FFF2-40B4-BE49-F238E27FC236}">
                <a16:creationId xmlns:a16="http://schemas.microsoft.com/office/drawing/2014/main" id="{5DB9D0BE-7EA8-7335-6F6A-32C7BE7303B4}"/>
              </a:ext>
            </a:extLst>
          </p:cNvPr>
          <p:cNvSpPr/>
          <p:nvPr/>
        </p:nvSpPr>
        <p:spPr>
          <a:xfrm>
            <a:off x="2616832" y="4302034"/>
            <a:ext cx="601028" cy="243840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r"/>
            <a:endParaRPr lang="pt-BR"/>
          </a:p>
        </p:txBody>
      </p:sp>
      <p:sp>
        <p:nvSpPr>
          <p:cNvPr id="6" name="CaixaDeTexto 5">
            <a:extLst>
              <a:ext uri="{FF2B5EF4-FFF2-40B4-BE49-F238E27FC236}">
                <a16:creationId xmlns:a16="http://schemas.microsoft.com/office/drawing/2014/main" id="{7B3356FA-8CB6-A4A6-CBFC-7EC3369AA74B}"/>
              </a:ext>
            </a:extLst>
          </p:cNvPr>
          <p:cNvSpPr txBox="1"/>
          <p:nvPr/>
        </p:nvSpPr>
        <p:spPr>
          <a:xfrm>
            <a:off x="2501206" y="4309654"/>
            <a:ext cx="813043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pt-BR" sz="900" b="1" dirty="0" err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NomeEmail</a:t>
            </a:r>
            <a:endParaRPr lang="pt-BR" sz="900" b="1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7" name="Seta: para Baixo 6">
            <a:extLst>
              <a:ext uri="{FF2B5EF4-FFF2-40B4-BE49-F238E27FC236}">
                <a16:creationId xmlns:a16="http://schemas.microsoft.com/office/drawing/2014/main" id="{037D5E47-4007-CC9C-E304-5AD81E31AF86}"/>
              </a:ext>
            </a:extLst>
          </p:cNvPr>
          <p:cNvSpPr/>
          <p:nvPr/>
        </p:nvSpPr>
        <p:spPr>
          <a:xfrm rot="12212851">
            <a:off x="4620495" y="3112394"/>
            <a:ext cx="3901440" cy="4236720"/>
          </a:xfrm>
          <a:prstGeom prst="downArrow">
            <a:avLst/>
          </a:prstGeom>
          <a:gradFill flip="none" rotWithShape="1">
            <a:gsLst>
              <a:gs pos="0">
                <a:schemeClr val="accent6">
                  <a:lumMod val="67000"/>
                </a:schemeClr>
              </a:gs>
              <a:gs pos="48000">
                <a:schemeClr val="accent6">
                  <a:lumMod val="97000"/>
                  <a:lumOff val="3000"/>
                </a:schemeClr>
              </a:gs>
              <a:gs pos="100000">
                <a:schemeClr val="accent6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266826144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5DA4DE4-6881-0EF4-F0C7-C3288B1BD2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Imagem 3">
            <a:extLst>
              <a:ext uri="{FF2B5EF4-FFF2-40B4-BE49-F238E27FC236}">
                <a16:creationId xmlns:a16="http://schemas.microsoft.com/office/drawing/2014/main" id="{447AD4A7-ACC3-5B0E-C714-8233ED4818C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62050" y="128587"/>
            <a:ext cx="9867900" cy="6600825"/>
          </a:xfrm>
          <a:prstGeom prst="rect">
            <a:avLst/>
          </a:prstGeom>
        </p:spPr>
      </p:pic>
      <p:sp>
        <p:nvSpPr>
          <p:cNvPr id="5" name="Retângulo 4">
            <a:extLst>
              <a:ext uri="{FF2B5EF4-FFF2-40B4-BE49-F238E27FC236}">
                <a16:creationId xmlns:a16="http://schemas.microsoft.com/office/drawing/2014/main" id="{0D14F3D0-69A6-3998-2A42-26F108444C3F}"/>
              </a:ext>
            </a:extLst>
          </p:cNvPr>
          <p:cNvSpPr/>
          <p:nvPr/>
        </p:nvSpPr>
        <p:spPr>
          <a:xfrm>
            <a:off x="2616832" y="4302034"/>
            <a:ext cx="601028" cy="243840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r"/>
            <a:endParaRPr lang="pt-BR"/>
          </a:p>
        </p:txBody>
      </p:sp>
      <p:sp>
        <p:nvSpPr>
          <p:cNvPr id="6" name="CaixaDeTexto 5">
            <a:extLst>
              <a:ext uri="{FF2B5EF4-FFF2-40B4-BE49-F238E27FC236}">
                <a16:creationId xmlns:a16="http://schemas.microsoft.com/office/drawing/2014/main" id="{BCEACCB6-12EB-C42F-99CB-A90A10671CE6}"/>
              </a:ext>
            </a:extLst>
          </p:cNvPr>
          <p:cNvSpPr txBox="1"/>
          <p:nvPr/>
        </p:nvSpPr>
        <p:spPr>
          <a:xfrm>
            <a:off x="2501206" y="4309654"/>
            <a:ext cx="813043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pt-BR" sz="900" b="1" dirty="0" err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NomeEmail</a:t>
            </a:r>
            <a:endParaRPr lang="pt-BR" sz="900" b="1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7" name="Seta: para Baixo 6">
            <a:extLst>
              <a:ext uri="{FF2B5EF4-FFF2-40B4-BE49-F238E27FC236}">
                <a16:creationId xmlns:a16="http://schemas.microsoft.com/office/drawing/2014/main" id="{EE2C324D-5DBD-8AA7-979C-43135F8F7699}"/>
              </a:ext>
            </a:extLst>
          </p:cNvPr>
          <p:cNvSpPr/>
          <p:nvPr/>
        </p:nvSpPr>
        <p:spPr>
          <a:xfrm rot="12212851">
            <a:off x="4620495" y="3112394"/>
            <a:ext cx="3901440" cy="4236720"/>
          </a:xfrm>
          <a:prstGeom prst="downArrow">
            <a:avLst/>
          </a:prstGeom>
          <a:gradFill flip="none" rotWithShape="1">
            <a:gsLst>
              <a:gs pos="0">
                <a:schemeClr val="accent6">
                  <a:lumMod val="67000"/>
                </a:schemeClr>
              </a:gs>
              <a:gs pos="48000">
                <a:schemeClr val="accent6">
                  <a:lumMod val="97000"/>
                  <a:lumOff val="3000"/>
                </a:schemeClr>
              </a:gs>
              <a:gs pos="100000">
                <a:schemeClr val="accent6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727383051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m 2" descr="Login no gmail : r/golpes">
            <a:extLst>
              <a:ext uri="{FF2B5EF4-FFF2-40B4-BE49-F238E27FC236}">
                <a16:creationId xmlns:a16="http://schemas.microsoft.com/office/drawing/2014/main" id="{662CD46E-54CB-6EE6-2621-CF47CEDD04A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57521" y="860821"/>
            <a:ext cx="3696007" cy="5164933"/>
          </a:xfrm>
          <a:prstGeom prst="rect">
            <a:avLst/>
          </a:prstGeom>
        </p:spPr>
      </p:pic>
      <p:sp>
        <p:nvSpPr>
          <p:cNvPr id="9" name="Seta: para Baixo 8">
            <a:extLst>
              <a:ext uri="{FF2B5EF4-FFF2-40B4-BE49-F238E27FC236}">
                <a16:creationId xmlns:a16="http://schemas.microsoft.com/office/drawing/2014/main" id="{BA46DC28-0888-BC6D-A884-1C99B5FF27C4}"/>
              </a:ext>
            </a:extLst>
          </p:cNvPr>
          <p:cNvSpPr/>
          <p:nvPr/>
        </p:nvSpPr>
        <p:spPr>
          <a:xfrm rot="3195776">
            <a:off x="7009721" y="1572829"/>
            <a:ext cx="3901440" cy="4236720"/>
          </a:xfrm>
          <a:prstGeom prst="downArrow">
            <a:avLst/>
          </a:prstGeom>
          <a:gradFill flip="none" rotWithShape="1">
            <a:gsLst>
              <a:gs pos="0">
                <a:schemeClr val="accent6">
                  <a:lumMod val="67000"/>
                </a:schemeClr>
              </a:gs>
              <a:gs pos="48000">
                <a:schemeClr val="accent6">
                  <a:lumMod val="97000"/>
                  <a:lumOff val="3000"/>
                </a:schemeClr>
              </a:gs>
              <a:gs pos="100000">
                <a:schemeClr val="accent6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723386048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1458EEA-8ED7-6D2F-6F69-EAFF96B3FE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Imagem 3">
            <a:extLst>
              <a:ext uri="{FF2B5EF4-FFF2-40B4-BE49-F238E27FC236}">
                <a16:creationId xmlns:a16="http://schemas.microsoft.com/office/drawing/2014/main" id="{E055073B-8280-EB24-8D4E-25A443DFEA8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24250" y="0"/>
            <a:ext cx="5143500" cy="6858000"/>
          </a:xfrm>
          <a:prstGeom prst="rect">
            <a:avLst/>
          </a:prstGeom>
        </p:spPr>
      </p:pic>
      <p:sp>
        <p:nvSpPr>
          <p:cNvPr id="5" name="Retângulo 4">
            <a:extLst>
              <a:ext uri="{FF2B5EF4-FFF2-40B4-BE49-F238E27FC236}">
                <a16:creationId xmlns:a16="http://schemas.microsoft.com/office/drawing/2014/main" id="{9B2DACE0-A1F9-4DA4-92CA-E4C18162DF92}"/>
              </a:ext>
            </a:extLst>
          </p:cNvPr>
          <p:cNvSpPr/>
          <p:nvPr/>
        </p:nvSpPr>
        <p:spPr>
          <a:xfrm>
            <a:off x="5270500" y="2311400"/>
            <a:ext cx="1574800" cy="571500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7" name="Retângulo 6">
            <a:extLst>
              <a:ext uri="{FF2B5EF4-FFF2-40B4-BE49-F238E27FC236}">
                <a16:creationId xmlns:a16="http://schemas.microsoft.com/office/drawing/2014/main" id="{6C7268DA-4C66-3D64-36BB-307AE52F4A15}"/>
              </a:ext>
            </a:extLst>
          </p:cNvPr>
          <p:cNvSpPr/>
          <p:nvPr/>
        </p:nvSpPr>
        <p:spPr>
          <a:xfrm>
            <a:off x="6870700" y="4775200"/>
            <a:ext cx="546100" cy="571500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8" name="CaixaDeTexto 7">
            <a:extLst>
              <a:ext uri="{FF2B5EF4-FFF2-40B4-BE49-F238E27FC236}">
                <a16:creationId xmlns:a16="http://schemas.microsoft.com/office/drawing/2014/main" id="{29669B82-9356-755A-7DA4-07AE8AC1E111}"/>
              </a:ext>
            </a:extLst>
          </p:cNvPr>
          <p:cNvSpPr txBox="1"/>
          <p:nvPr/>
        </p:nvSpPr>
        <p:spPr>
          <a:xfrm>
            <a:off x="6870700" y="4775200"/>
            <a:ext cx="5461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2400" b="1" dirty="0">
                <a:solidFill>
                  <a:schemeClr val="bg2"/>
                </a:solidFill>
              </a:rPr>
              <a:t>78</a:t>
            </a:r>
          </a:p>
        </p:txBody>
      </p:sp>
      <p:sp>
        <p:nvSpPr>
          <p:cNvPr id="11" name="Seta: para Baixo 10">
            <a:extLst>
              <a:ext uri="{FF2B5EF4-FFF2-40B4-BE49-F238E27FC236}">
                <a16:creationId xmlns:a16="http://schemas.microsoft.com/office/drawing/2014/main" id="{320D277A-7F00-A248-4AD4-39B7C6D4CBB0}"/>
              </a:ext>
            </a:extLst>
          </p:cNvPr>
          <p:cNvSpPr/>
          <p:nvPr/>
        </p:nvSpPr>
        <p:spPr>
          <a:xfrm rot="3195776">
            <a:off x="7009721" y="1310640"/>
            <a:ext cx="3901440" cy="4236720"/>
          </a:xfrm>
          <a:prstGeom prst="downArrow">
            <a:avLst/>
          </a:prstGeom>
          <a:gradFill flip="none" rotWithShape="1">
            <a:gsLst>
              <a:gs pos="0">
                <a:schemeClr val="accent6">
                  <a:lumMod val="67000"/>
                </a:schemeClr>
              </a:gs>
              <a:gs pos="48000">
                <a:schemeClr val="accent6">
                  <a:lumMod val="97000"/>
                  <a:lumOff val="3000"/>
                </a:schemeClr>
              </a:gs>
              <a:gs pos="100000">
                <a:schemeClr val="accent6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207742670"/>
      </p:ext>
    </p:extLst>
  </p:cSld>
  <p:clrMapOvr>
    <a:masterClrMapping/>
  </p:clrMapOvr>
</p:sld>
</file>

<file path=ppt/theme/theme1.xml><?xml version="1.0" encoding="utf-8"?>
<a:theme xmlns:a="http://schemas.openxmlformats.org/drawingml/2006/main" name="Fatia">
  <a:themeElements>
    <a:clrScheme name="Fatia">
      <a:dk1>
        <a:sysClr val="windowText" lastClr="000000"/>
      </a:dk1>
      <a:lt1>
        <a:sysClr val="window" lastClr="FFFFFF"/>
      </a:lt1>
      <a:dk2>
        <a:srgbClr val="146194"/>
      </a:dk2>
      <a:lt2>
        <a:srgbClr val="76DBF4"/>
      </a:lt2>
      <a:accent1>
        <a:srgbClr val="052F61"/>
      </a:accent1>
      <a:accent2>
        <a:srgbClr val="A50E82"/>
      </a:accent2>
      <a:accent3>
        <a:srgbClr val="14967C"/>
      </a:accent3>
      <a:accent4>
        <a:srgbClr val="6A9E1F"/>
      </a:accent4>
      <a:accent5>
        <a:srgbClr val="E87D37"/>
      </a:accent5>
      <a:accent6>
        <a:srgbClr val="C62324"/>
      </a:accent6>
      <a:hlink>
        <a:srgbClr val="0D2E46"/>
      </a:hlink>
      <a:folHlink>
        <a:srgbClr val="356A95"/>
      </a:folHlink>
    </a:clrScheme>
    <a:fontScheme name="Fatia">
      <a:majorFont>
        <a:latin typeface="Century Gothic" panose="020B0502020202020204"/>
        <a:ea typeface=""/>
        <a:cs typeface=""/>
        <a:font script="Jpan" typeface="メイリオ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entury Gothic" panose="020B0502020202020204"/>
        <a:ea typeface=""/>
        <a:cs typeface=""/>
        <a:font script="Jpan" typeface="メイリオ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Fatia">
      <a:fillStyleLst>
        <a:solidFill>
          <a:schemeClr val="phClr"/>
        </a:solidFill>
        <a:gradFill rotWithShape="1">
          <a:gsLst>
            <a:gs pos="0">
              <a:schemeClr val="phClr">
                <a:tint val="62000"/>
                <a:hueMod val="94000"/>
                <a:satMod val="140000"/>
                <a:lumMod val="110000"/>
              </a:schemeClr>
            </a:gs>
            <a:gs pos="100000">
              <a:schemeClr val="phClr">
                <a:tint val="84000"/>
                <a:satMod val="16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8000"/>
                <a:hueMod val="94000"/>
                <a:satMod val="130000"/>
                <a:lumMod val="128000"/>
              </a:schemeClr>
            </a:gs>
            <a:gs pos="100000">
              <a:schemeClr val="phClr">
                <a:shade val="94000"/>
                <a:lumMod val="88000"/>
              </a:schemeClr>
            </a:gs>
          </a:gsLst>
          <a:lin ang="5400000" scaled="0"/>
        </a:gradFill>
      </a:fillStyleLst>
      <a:lnStyleLst>
        <a:ln w="9525" cap="rnd" cmpd="sng" algn="ctr">
          <a:solidFill>
            <a:schemeClr val="phClr">
              <a:tint val="76000"/>
              <a:alpha val="60000"/>
              <a:hueMod val="94000"/>
            </a:schemeClr>
          </a:solidFill>
          <a:prstDash val="solid"/>
        </a:ln>
        <a:ln w="15875" cap="rnd" cmpd="sng" algn="ctr">
          <a:solidFill>
            <a:schemeClr val="phClr">
              <a:hueMod val="94000"/>
            </a:schemeClr>
          </a:solidFill>
          <a:prstDash val="solid"/>
        </a:ln>
        <a:ln w="28575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innerShdw blurRad="25400" dist="12700" dir="13500000">
              <a:srgbClr val="000000">
                <a:alpha val="45000"/>
              </a:srgbClr>
            </a:innerShdw>
          </a:effectLst>
        </a:effectStyle>
        <a:effectStyle>
          <a:effectLst>
            <a:outerShdw blurRad="50800" dist="38100" dir="5400000" rotWithShape="0">
              <a:srgbClr val="000000">
                <a:alpha val="46000"/>
              </a:srgbClr>
            </a:outerShdw>
          </a:effectLst>
          <a:scene3d>
            <a:camera prst="orthographicFront">
              <a:rot lat="0" lon="0" rev="0"/>
            </a:camera>
            <a:lightRig rig="threePt" dir="t"/>
          </a:scene3d>
          <a:sp3d prstMaterial="plastic">
            <a:bevelT w="25400" h="25400"/>
          </a:sp3d>
        </a:effectStyle>
      </a:effectStyleLst>
      <a:bgFillStyleLst>
        <a:solidFill>
          <a:schemeClr val="phClr"/>
        </a:solidFill>
        <a:gradFill rotWithShape="1">
          <a:gsLst>
            <a:gs pos="10000">
              <a:schemeClr val="phClr">
                <a:tint val="97000"/>
                <a:hueMod val="92000"/>
                <a:satMod val="169000"/>
                <a:lumMod val="164000"/>
              </a:schemeClr>
            </a:gs>
            <a:gs pos="100000">
              <a:schemeClr val="phClr">
                <a:shade val="96000"/>
                <a:satMod val="120000"/>
                <a:lumMod val="90000"/>
              </a:schemeClr>
            </a:gs>
          </a:gsLst>
          <a:lin ang="6120000" scaled="1"/>
        </a:gradFill>
        <a:gradFill rotWithShape="1">
          <a:gsLst>
            <a:gs pos="0">
              <a:schemeClr val="phClr">
                <a:tint val="97000"/>
                <a:hueMod val="92000"/>
                <a:satMod val="169000"/>
                <a:lumMod val="164000"/>
              </a:schemeClr>
            </a:gs>
            <a:gs pos="100000">
              <a:schemeClr val="phClr">
                <a:shade val="96000"/>
                <a:satMod val="120000"/>
                <a:lumMod val="90000"/>
              </a:schemeClr>
            </a:gs>
          </a:gsLst>
          <a:path path="circle">
            <a:fillToRect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Slice" id="{0507925B-6AC9-4358-8E18-C330545D08F8}" vid="{13FEC7C6-62A9-40C4-99D2-581AACACAA2F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Slice</Template>
  <TotalTime>262</TotalTime>
  <Words>478</Words>
  <Application>Microsoft Office PowerPoint</Application>
  <PresentationFormat>Widescreen</PresentationFormat>
  <Paragraphs>49</Paragraphs>
  <Slides>48</Slides>
  <Notes>0</Notes>
  <HiddenSlides>0</HiddenSlides>
  <MMClips>0</MMClips>
  <ScaleCrop>false</ScaleCrop>
  <HeadingPairs>
    <vt:vector size="6" baseType="variant">
      <vt:variant>
        <vt:lpstr>Fontes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48</vt:i4>
      </vt:variant>
    </vt:vector>
  </HeadingPairs>
  <TitlesOfParts>
    <vt:vector size="52" baseType="lpstr">
      <vt:lpstr>Arial</vt:lpstr>
      <vt:lpstr>Century Gothic</vt:lpstr>
      <vt:lpstr>Wingdings 3</vt:lpstr>
      <vt:lpstr>Fatia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Apresentação do PowerPoint</dc:title>
  <dc:creator>Luiz Fernando Brogliatto Ferreira</dc:creator>
  <cp:lastModifiedBy>Luiz Fernando Brogliatto Ferreira</cp:lastModifiedBy>
  <cp:revision>16</cp:revision>
  <dcterms:created xsi:type="dcterms:W3CDTF">2026-10-21T13:01:14Z</dcterms:created>
  <dcterms:modified xsi:type="dcterms:W3CDTF">2026-10-21T19:20:45Z</dcterms:modified>
</cp:coreProperties>
</file>