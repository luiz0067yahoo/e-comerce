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7" r:id="rId2"/>
    <p:sldId id="256" r:id="rId3"/>
    <p:sldId id="258" r:id="rId4"/>
    <p:sldId id="259" r:id="rId5"/>
    <p:sldId id="260" r:id="rId6"/>
    <p:sldId id="275" r:id="rId7"/>
    <p:sldId id="276" r:id="rId8"/>
    <p:sldId id="278" r:id="rId9"/>
    <p:sldId id="277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1" r:id="rId21"/>
    <p:sldId id="292" r:id="rId22"/>
    <p:sldId id="293" r:id="rId23"/>
    <p:sldId id="294" r:id="rId24"/>
    <p:sldId id="295" r:id="rId25"/>
    <p:sldId id="296" r:id="rId26"/>
    <p:sldId id="304" r:id="rId27"/>
    <p:sldId id="297" r:id="rId28"/>
    <p:sldId id="298" r:id="rId29"/>
    <p:sldId id="305" r:id="rId30"/>
    <p:sldId id="309" r:id="rId31"/>
    <p:sldId id="308" r:id="rId32"/>
    <p:sldId id="306" r:id="rId33"/>
    <p:sldId id="307" r:id="rId34"/>
    <p:sldId id="268" r:id="rId35"/>
    <p:sldId id="269" r:id="rId36"/>
    <p:sldId id="270" r:id="rId37"/>
    <p:sldId id="271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261" r:id="rId48"/>
    <p:sldId id="319" r:id="rId49"/>
    <p:sldId id="322" r:id="rId50"/>
    <p:sldId id="323" r:id="rId51"/>
    <p:sldId id="324" r:id="rId52"/>
    <p:sldId id="325" r:id="rId53"/>
    <p:sldId id="326" r:id="rId54"/>
    <p:sldId id="327" r:id="rId55"/>
    <p:sldId id="320" r:id="rId56"/>
    <p:sldId id="321" r:id="rId57"/>
    <p:sldId id="328" r:id="rId58"/>
    <p:sldId id="329" r:id="rId59"/>
    <p:sldId id="330" r:id="rId60"/>
    <p:sldId id="331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>
        <p:scale>
          <a:sx n="75" d="100"/>
          <a:sy n="75" d="100"/>
        </p:scale>
        <p:origin x="480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3992ECF-28A4-4DE3-B2F8-DC41FCCE2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221B639D-A22A-487E-9D2C-0C3FCD9F9419}"/>
              </a:ext>
            </a:extLst>
          </p:cNvPr>
          <p:cNvSpPr/>
          <p:nvPr/>
        </p:nvSpPr>
        <p:spPr>
          <a:xfrm>
            <a:off x="2194560" y="20878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414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77453EF-32AE-4966-BC1C-37BEF05DA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5BE0694F-B184-4DF9-AA2C-400F0A5D78C1}"/>
              </a:ext>
            </a:extLst>
          </p:cNvPr>
          <p:cNvSpPr/>
          <p:nvPr/>
        </p:nvSpPr>
        <p:spPr>
          <a:xfrm rot="10800000">
            <a:off x="2362200" y="8534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14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2E4E517-2284-45EA-839B-F58FF4F6F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5AD82ED5-0DF0-4535-9C93-C01CA87184B5}"/>
              </a:ext>
            </a:extLst>
          </p:cNvPr>
          <p:cNvSpPr/>
          <p:nvPr/>
        </p:nvSpPr>
        <p:spPr>
          <a:xfrm rot="7200000">
            <a:off x="3840479" y="-274321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74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656ABAC-9154-4AFB-85FA-D09BD8CD6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44EFADC5-C2F7-4443-B6DF-E2337C9549B7}"/>
              </a:ext>
            </a:extLst>
          </p:cNvPr>
          <p:cNvSpPr/>
          <p:nvPr/>
        </p:nvSpPr>
        <p:spPr>
          <a:xfrm>
            <a:off x="3322320" y="6400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2048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5550EEF-0F1B-4DD0-A4FB-086497244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4226D3B4-FD77-4ED7-86A5-A587AD4BBF48}"/>
              </a:ext>
            </a:extLst>
          </p:cNvPr>
          <p:cNvSpPr/>
          <p:nvPr/>
        </p:nvSpPr>
        <p:spPr>
          <a:xfrm rot="10800000">
            <a:off x="6096000" y="26212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03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B4149C9-62A6-4782-B7DD-80B3EDE9D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D8C5F89-0643-4E6D-90C2-098AFAD94259}"/>
              </a:ext>
            </a:extLst>
          </p:cNvPr>
          <p:cNvSpPr/>
          <p:nvPr/>
        </p:nvSpPr>
        <p:spPr>
          <a:xfrm>
            <a:off x="0" y="3870960"/>
            <a:ext cx="12192000" cy="21488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ESQUECEU O EMAIL?</a:t>
            </a:r>
          </a:p>
        </p:txBody>
      </p:sp>
    </p:spTree>
    <p:extLst>
      <p:ext uri="{BB962C8B-B14F-4D97-AF65-F5344CB8AC3E}">
        <p14:creationId xmlns:p14="http://schemas.microsoft.com/office/powerpoint/2010/main" val="2840946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2AD9A75-2677-4975-BDA8-A4243A43BD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0" t="11869" r="8000" b="11088"/>
          <a:stretch/>
        </p:blipFill>
        <p:spPr>
          <a:xfrm>
            <a:off x="19227" y="5110"/>
            <a:ext cx="12172773" cy="621281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D8C5F89-0643-4E6D-90C2-098AFAD94259}"/>
              </a:ext>
            </a:extLst>
          </p:cNvPr>
          <p:cNvSpPr/>
          <p:nvPr/>
        </p:nvSpPr>
        <p:spPr>
          <a:xfrm>
            <a:off x="0" y="4724400"/>
            <a:ext cx="12192000" cy="21488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	QUAL SEU CELULAR?</a:t>
            </a:r>
          </a:p>
        </p:txBody>
      </p:sp>
    </p:spTree>
    <p:extLst>
      <p:ext uri="{BB962C8B-B14F-4D97-AF65-F5344CB8AC3E}">
        <p14:creationId xmlns:p14="http://schemas.microsoft.com/office/powerpoint/2010/main" val="3650014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0F57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9C0979-06F6-4709-8716-F238E2191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0"/>
            <a:ext cx="4221480" cy="140276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22935F9-2CF2-4AED-B7EA-22F265BC7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745" y="-35663"/>
            <a:ext cx="5168805" cy="689366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121921" y="1593262"/>
            <a:ext cx="59740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Se você está com o celular em mãos e desbloqueado</a:t>
            </a:r>
          </a:p>
          <a:p>
            <a:pPr algn="just"/>
            <a:r>
              <a:rPr lang="pt-BR" sz="3200" dirty="0"/>
              <a:t>Para visualizar os e-mails do Google atualmente ativos no aparelho:</a:t>
            </a:r>
          </a:p>
          <a:p>
            <a:pPr marL="342900" indent="-342900" algn="just">
              <a:buAutoNum type="arabicPeriod"/>
            </a:pPr>
            <a:r>
              <a:rPr lang="pt-BR" sz="3200" dirty="0"/>
              <a:t>Abra o aplicativo de Configurações do seu Samsung (ícone de engrenagem).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3704FCD-43A2-4917-BB05-0EA3FB4368F5}"/>
              </a:ext>
            </a:extLst>
          </p:cNvPr>
          <p:cNvSpPr/>
          <p:nvPr/>
        </p:nvSpPr>
        <p:spPr>
          <a:xfrm>
            <a:off x="10687050" y="-38862"/>
            <a:ext cx="1504950" cy="6896862"/>
          </a:xfrm>
          <a:prstGeom prst="rect">
            <a:avLst/>
          </a:prstGeom>
          <a:solidFill>
            <a:srgbClr val="989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C905696-A9E8-4CAF-90DE-80A4445D57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595602" y="3488911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90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0F57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9C0979-06F6-4709-8716-F238E2191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0"/>
            <a:ext cx="4221480" cy="140276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367485" y="1745662"/>
            <a:ext cx="67246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2.  Role a tela para baixo e selecione Contas e backup.</a:t>
            </a:r>
          </a:p>
          <a:p>
            <a:pPr marL="342900" indent="-342900">
              <a:buAutoNum type="arabicPeriod"/>
            </a:pPr>
            <a:endParaRPr lang="pt-BR" sz="600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A95BADAC-4895-4B19-A776-B10ACFA45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35" y="0"/>
            <a:ext cx="5142065" cy="68580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81896EA-FDDE-4B3E-B51B-4EF9F35346D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5" t="1980" r="11198" b="1303"/>
          <a:stretch/>
        </p:blipFill>
        <p:spPr>
          <a:xfrm>
            <a:off x="8324849" y="628650"/>
            <a:ext cx="2628901" cy="565785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9AD4DA9-B11C-44A1-9358-F30EF367D6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46787">
            <a:off x="8435828" y="-31212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7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0F57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9C0979-06F6-4709-8716-F238E2191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0"/>
            <a:ext cx="4221480" cy="140276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367485" y="1745662"/>
            <a:ext cx="67246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2.  Role a tela para baixo e selecione Contas e backup.</a:t>
            </a:r>
          </a:p>
          <a:p>
            <a:pPr marL="342900" indent="-342900">
              <a:buAutoNum type="arabicPeriod"/>
            </a:pPr>
            <a:endParaRPr lang="pt-BR" sz="6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B74E041-4C3E-4C59-97B2-920D96668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088" y="-38862"/>
            <a:ext cx="5170632" cy="68961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9AD4DA9-B11C-44A1-9358-F30EF367D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46787">
            <a:off x="8445563" y="2388705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23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0F57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9C0979-06F6-4709-8716-F238E2191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0"/>
            <a:ext cx="4221480" cy="140276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367485" y="1745662"/>
            <a:ext cx="67246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3. Toque em Gerenciar contas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C354245-536E-47C2-AC4A-E1CB9966A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034" y="-38862"/>
            <a:ext cx="5171203" cy="6896862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9AD4DA9-B11C-44A1-9358-F30EF367D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46787">
            <a:off x="8445563" y="233257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9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0F57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9C0979-06F6-4709-8716-F238E2191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0"/>
            <a:ext cx="4221480" cy="140276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367484" y="1745662"/>
            <a:ext cx="826857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dirty="0"/>
              <a:t>4. Você verá uma lista com todas as contas conectadas. Procure pelos endereços que terminam com @gmail.com (com o ícone colorido do Google).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451A903-3DA5-4652-A0F2-C69100A36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50" y="0"/>
            <a:ext cx="3371850" cy="683736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9AD4DA9-B11C-44A1-9358-F30EF367D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63" y="2134362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5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0F57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367484" y="1745662"/>
            <a:ext cx="826857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i="1" dirty="0"/>
              <a:t>Alternativa rápida:</a:t>
            </a:r>
            <a:r>
              <a:rPr lang="pt-BR" sz="4400" dirty="0"/>
              <a:t> Abra o aplicativo do </a:t>
            </a:r>
            <a:r>
              <a:rPr lang="pt-BR" sz="4400" b="1" dirty="0"/>
              <a:t>Gmail</a:t>
            </a:r>
            <a:r>
              <a:rPr lang="pt-BR" sz="4400" dirty="0"/>
              <a:t> ou da </a:t>
            </a:r>
            <a:r>
              <a:rPr lang="pt-BR" sz="4400" b="1" dirty="0"/>
              <a:t>Play </a:t>
            </a:r>
            <a:r>
              <a:rPr lang="pt-BR" sz="4400" b="1" dirty="0" err="1"/>
              <a:t>Store</a:t>
            </a:r>
            <a:r>
              <a:rPr lang="pt-BR" sz="4400" dirty="0"/>
              <a:t> e toque na sua </a:t>
            </a:r>
            <a:r>
              <a:rPr lang="pt-BR" sz="4400" b="1" dirty="0"/>
              <a:t>foto de perfil</a:t>
            </a:r>
            <a:r>
              <a:rPr lang="pt-BR" sz="4400" dirty="0"/>
              <a:t> no canto superior direito. O e-mail principal aparecerá logo abaixo do seu nome</a:t>
            </a:r>
            <a:endParaRPr lang="pt-BR" sz="88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0B03B30-68DD-BC7C-745E-6B16524C0595}"/>
              </a:ext>
            </a:extLst>
          </p:cNvPr>
          <p:cNvSpPr/>
          <p:nvPr/>
        </p:nvSpPr>
        <p:spPr>
          <a:xfrm>
            <a:off x="8820150" y="-38862"/>
            <a:ext cx="3371088" cy="6896862"/>
          </a:xfrm>
          <a:prstGeom prst="rect">
            <a:avLst/>
          </a:prstGeom>
          <a:solidFill>
            <a:srgbClr val="9893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194" name="Picture 2" descr="Google Play Store permitirá desinstalar apps remotamente">
            <a:extLst>
              <a:ext uri="{FF2B5EF4-FFF2-40B4-BE49-F238E27FC236}">
                <a16:creationId xmlns:a16="http://schemas.microsoft.com/office/drawing/2014/main" id="{0D4D2FA3-89A1-4669-9B54-100AD927D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619" y="135628"/>
            <a:ext cx="2429362" cy="161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33C8113-C10F-E9D1-9A7A-A7E83D038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504" y="561974"/>
            <a:ext cx="2804699" cy="573405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9AD4DA9-B11C-44A1-9358-F30EF367D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971" y="561974"/>
            <a:ext cx="4762500" cy="47625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B38F919-E9CA-DF9A-3ED1-1FBBB38D5E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0"/>
            <a:ext cx="4221480" cy="140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E69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197078" y="2132838"/>
            <a:ext cx="66979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Como encontrar o Gmail no celular• Pelo menu de Configurações:	</a:t>
            </a:r>
          </a:p>
          <a:p>
            <a:pPr algn="just"/>
            <a:endParaRPr lang="pt-BR" sz="3200" b="1" dirty="0"/>
          </a:p>
          <a:p>
            <a:pPr algn="just"/>
            <a:r>
              <a:rPr lang="pt-BR" sz="3200" b="1" dirty="0"/>
              <a:t>1. Deslize a tela para cima e abra Configurar (Configurações)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35F17F-BC50-411B-9827-68C9D3719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-289219"/>
            <a:ext cx="2171700" cy="21717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96BB4DD-C10A-4CB0-B48C-709F03F2D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998" y="-19050"/>
            <a:ext cx="5171203" cy="689686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55F7262-CDE2-4EEE-87A8-77512B799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10265298" y="3450987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05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E69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170054" y="1687354"/>
            <a:ext cx="66979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2. Role e toque em </a:t>
            </a:r>
          </a:p>
          <a:p>
            <a:r>
              <a:rPr lang="pt-BR" sz="6000" b="1" dirty="0"/>
              <a:t>Senhas e contas </a:t>
            </a:r>
            <a:r>
              <a:rPr lang="pt-BR" sz="6000" dirty="0"/>
              <a:t>ou </a:t>
            </a:r>
            <a:br>
              <a:rPr lang="pt-BR" sz="6000" dirty="0"/>
            </a:br>
            <a:r>
              <a:rPr lang="pt-BR" sz="6000" b="1" dirty="0"/>
              <a:t>Contas</a:t>
            </a:r>
            <a:r>
              <a:rPr lang="pt-BR" sz="6000" dirty="0"/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35F17F-BC50-411B-9827-68C9D3719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-289219"/>
            <a:ext cx="2171700" cy="21717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E15E2B5-0B8C-4550-BB63-370FA2833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087" y="-38862"/>
            <a:ext cx="5171203" cy="689686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55F7262-CDE2-4EEE-87A8-77512B799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776700" y="-701913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04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E69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170054" y="1687354"/>
            <a:ext cx="66979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2. Role e toque em </a:t>
            </a:r>
          </a:p>
          <a:p>
            <a:r>
              <a:rPr lang="pt-BR" sz="6000" b="1" dirty="0"/>
              <a:t>Senhas e contas </a:t>
            </a:r>
            <a:r>
              <a:rPr lang="pt-BR" sz="6000" dirty="0"/>
              <a:t>ou </a:t>
            </a:r>
            <a:br>
              <a:rPr lang="pt-BR" sz="6000" dirty="0"/>
            </a:br>
            <a:r>
              <a:rPr lang="pt-BR" sz="6000" b="1" dirty="0"/>
              <a:t>Contas</a:t>
            </a:r>
            <a:r>
              <a:rPr lang="pt-BR" sz="6000" dirty="0"/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35F17F-BC50-411B-9827-68C9D3719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-289219"/>
            <a:ext cx="2171700" cy="21717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EF2386C-3C96-4187-AD9E-6A0ECBEED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086" y="-38862"/>
            <a:ext cx="5171203" cy="689686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F8D701B-3499-441F-A454-7E9D33A0F171}"/>
              </a:ext>
            </a:extLst>
          </p:cNvPr>
          <p:cNvSpPr/>
          <p:nvPr/>
        </p:nvSpPr>
        <p:spPr>
          <a:xfrm>
            <a:off x="9182100" y="2609850"/>
            <a:ext cx="933450" cy="5362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55F7262-CDE2-4EEE-87A8-77512B799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8904588" y="728405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97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E69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170054" y="1687354"/>
            <a:ext cx="66979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3. Toque em </a:t>
            </a:r>
            <a:r>
              <a:rPr lang="pt-BR" sz="6000" b="1" dirty="0"/>
              <a:t>Google</a:t>
            </a:r>
            <a:r>
              <a:rPr lang="pt-BR" sz="6000" dirty="0"/>
              <a:t> para ver a lista de contas vinculadas ao aparelho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35F17F-BC50-411B-9827-68C9D3719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-289219"/>
            <a:ext cx="2171700" cy="21717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7BA3CC9-2BE2-4E6E-A616-E2FEAABB6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603" y="-121810"/>
            <a:ext cx="5233397" cy="697981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C41E459-7126-4404-9C0C-9B18B417B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8916004" y="-150777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9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E69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35F17F-BC50-411B-9827-68C9D3719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-289219"/>
            <a:ext cx="2171700" cy="21717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A33A702-8A78-449E-AE1D-F3C1D1E1A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1" y="-38862"/>
            <a:ext cx="5181600" cy="69107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C41E459-7126-4404-9C0C-9B18B417B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570117" y="-455577"/>
            <a:ext cx="3459247" cy="345924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45700555-821E-4CEE-97A1-5282C1535541}"/>
              </a:ext>
            </a:extLst>
          </p:cNvPr>
          <p:cNvSpPr txBox="1"/>
          <p:nvPr/>
        </p:nvSpPr>
        <p:spPr>
          <a:xfrm>
            <a:off x="170054" y="1687354"/>
            <a:ext cx="66979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3. Toque em </a:t>
            </a:r>
            <a:r>
              <a:rPr lang="pt-BR" sz="6000" b="1" dirty="0"/>
              <a:t>Google</a:t>
            </a:r>
            <a:r>
              <a:rPr lang="pt-BR" sz="6000" dirty="0"/>
              <a:t> para ver a lista de contas vinculadas ao aparelho</a:t>
            </a:r>
          </a:p>
        </p:txBody>
      </p:sp>
    </p:spTree>
    <p:extLst>
      <p:ext uri="{BB962C8B-B14F-4D97-AF65-F5344CB8AC3E}">
        <p14:creationId xmlns:p14="http://schemas.microsoft.com/office/powerpoint/2010/main" val="1264069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BC581-EA4D-B17E-52B0-8F94BE4D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63457CC-E9FD-4BD4-5105-3FE3BBB759FA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E69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0352C0-CFE2-CBAB-55B1-BB43B8A3D0DF}"/>
              </a:ext>
            </a:extLst>
          </p:cNvPr>
          <p:cNvSpPr txBox="1"/>
          <p:nvPr/>
        </p:nvSpPr>
        <p:spPr>
          <a:xfrm>
            <a:off x="367484" y="1745662"/>
            <a:ext cx="826857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i="1" dirty="0"/>
              <a:t>Alternativa rápida:</a:t>
            </a:r>
            <a:r>
              <a:rPr lang="pt-BR" sz="4400" dirty="0"/>
              <a:t> Abra o aplicativo do </a:t>
            </a:r>
            <a:r>
              <a:rPr lang="pt-BR" sz="4400" b="1" dirty="0"/>
              <a:t>Gmail</a:t>
            </a:r>
            <a:r>
              <a:rPr lang="pt-BR" sz="4400" dirty="0"/>
              <a:t> ou da </a:t>
            </a:r>
            <a:r>
              <a:rPr lang="pt-BR" sz="4400" b="1" dirty="0"/>
              <a:t>Play </a:t>
            </a:r>
            <a:r>
              <a:rPr lang="pt-BR" sz="4400" b="1" dirty="0" err="1"/>
              <a:t>Store</a:t>
            </a:r>
            <a:r>
              <a:rPr lang="pt-BR" sz="4400" dirty="0"/>
              <a:t> e toque na sua </a:t>
            </a:r>
            <a:r>
              <a:rPr lang="pt-BR" sz="4400" b="1" dirty="0"/>
              <a:t>foto de perfil</a:t>
            </a:r>
            <a:r>
              <a:rPr lang="pt-BR" sz="4400" dirty="0"/>
              <a:t> no canto superior direito. O e-mail principal aparecerá logo abaixo do seu nome</a:t>
            </a:r>
            <a:endParaRPr lang="pt-BR" sz="88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BA0DDF3-7D8B-415A-F8BC-6694BB24EE85}"/>
              </a:ext>
            </a:extLst>
          </p:cNvPr>
          <p:cNvSpPr/>
          <p:nvPr/>
        </p:nvSpPr>
        <p:spPr>
          <a:xfrm>
            <a:off x="8820150" y="-38862"/>
            <a:ext cx="3371088" cy="6896862"/>
          </a:xfrm>
          <a:prstGeom prst="rect">
            <a:avLst/>
          </a:prstGeom>
          <a:solidFill>
            <a:srgbClr val="9893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194" name="Picture 2" descr="Google Play Store permitirá desinstalar apps remotamente">
            <a:extLst>
              <a:ext uri="{FF2B5EF4-FFF2-40B4-BE49-F238E27FC236}">
                <a16:creationId xmlns:a16="http://schemas.microsoft.com/office/drawing/2014/main" id="{37EAF569-59DF-348F-29AB-720B7AF2A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619" y="135628"/>
            <a:ext cx="2429362" cy="161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9017D50-AFB9-3FC1-5B2D-A5F3D97DE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504" y="561974"/>
            <a:ext cx="2804699" cy="573405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A7DA84C-A81C-DC35-3003-30CFD9F6EE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971" y="561974"/>
            <a:ext cx="4762500" cy="47625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3219C6F-8CDE-7A17-23D0-95105EFB49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-289219"/>
            <a:ext cx="21717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6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31CFD-E1BD-93F9-9449-5B1D2448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5224211-97E3-60FC-942A-0DBC177BFCF0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56DBC5-D052-E1D0-4A90-0412DE6DCAD9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⚙️ Método Principal: Pelas Configurações do Sistema</a:t>
            </a:r>
          </a:p>
          <a:p>
            <a:pPr algn="just"/>
            <a:r>
              <a:rPr lang="pt-BR" sz="3200" b="1" dirty="0"/>
              <a:t>1. Abra o aplicativo Configurações do seu Xiaomi.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5C4B6B4-F020-2B18-BD01-4A9806712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B469F468-81C7-5F23-C363-40316DE06865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824FF49-7C4A-C7EE-B561-4C07F51FF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268" y="190677"/>
            <a:ext cx="3163848" cy="68580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08D10C2-10D5-77F1-1E2A-897A638D5F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8883696" y="4075103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67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6A05-7AE2-721D-34DD-0BE6F946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AD11591-B8D6-3F1A-A2B9-B57B9FC3F845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C7C0373-112B-007F-D08B-7DC278EA6378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⚙️ Método Principal: Pelas Configurações do Sistema</a:t>
            </a:r>
          </a:p>
          <a:p>
            <a:pPr algn="just"/>
            <a:r>
              <a:rPr lang="pt-BR" sz="3200" b="1" dirty="0"/>
              <a:t>1. Abra o aplicativo Configurações do seu Xiaomi.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9D370E-C7D5-2C30-E4E3-86AAE7779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46287F07-8F20-0AB0-2118-51288A915825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28B5388-3A7E-08C5-7234-41074C701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340" y="407396"/>
            <a:ext cx="3161776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3A3E14E-BE37-4A40-F39C-DEF3580C82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996" y="1322427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78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DD502-53EF-D64E-13C4-AB79B6E7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FEE7857-B903-C9B5-805F-09AC6B6E5F07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BDC5C48-6699-892F-F1DF-77439BF767AF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2. Role a tela para baixo até encontrar a opção Google (ou Contas e Sincronização / Contas).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88C0DF-90DB-6B93-6DFA-57266CBA7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9A8A1F52-674C-6302-CE08-BE4204D4D159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05661A-B65C-27CD-7EC3-1D3F3209E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941" y="-130629"/>
            <a:ext cx="3161776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4569148-1372-E467-169B-100E40D410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837093" y="-1164554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3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6473-09BB-6C3D-1374-7F17E120F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F193F97-B180-4109-E245-B12267B32197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F402864-4ACA-F49A-568C-F5FD43BB25F7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2. Role a tela para baixo até encontrar a opção Google (ou Contas e Sincronização / Contas).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434869C-4A5D-9F85-EC6E-DF9A0C961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D7643DDC-7213-54B7-AE15-1859604D4D38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9E4B29C-0D6C-3D60-3560-3477B9A9A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762" y="420914"/>
            <a:ext cx="3161776" cy="685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9436306-532E-BB77-1174-7B328D6B23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296739" y="1868932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1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3C3FA-E87B-1D61-30F4-B72173E0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1D71BE8-9E67-F231-7642-A4D3B5E74561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9E1B2E9-C7E4-1897-F8AD-FB449001918E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3. O endereço de e-mail cadastrado aparecerá logo no topo da tela, abaixo do seu nome e da sua foto de perfil.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5FAF52-F5C0-A306-0F59-FD20671C0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73204295-8B09-D46F-03BA-F45037AAF50E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E29683B-A820-A1C0-9F09-4C4C89075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711" y="169555"/>
            <a:ext cx="3161776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9BB5EB6-94EF-5A28-6C67-AD43EABAB8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558562" y="597252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7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0F5B0-E407-C39B-9AEE-DA26BFAC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001E0E8-76F4-5281-D56C-980339E7D5B6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E262907-5831-C01A-5FEB-74D16B6E3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AE7B350B-E44B-0678-0E57-C9CDD765EAF6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7779CAB-04A3-2EAB-6B2D-83321B984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0" r="9561" b="13172"/>
          <a:stretch>
            <a:fillRect/>
          </a:stretch>
        </p:blipFill>
        <p:spPr>
          <a:xfrm>
            <a:off x="7809867" y="-1047303"/>
            <a:ext cx="3677464" cy="765856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7C10452-BC8E-B53A-2DE9-031C3BBEBF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389912" y="-351480"/>
            <a:ext cx="3459247" cy="3459247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8F502DE4-B25F-4C09-140D-5CA83DBAC465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3. O endereço de e-mail cadastrado aparecerá logo no topo da tela, abaixo do seu nome e da sua foto de perfil.</a:t>
            </a:r>
          </a:p>
        </p:txBody>
      </p:sp>
    </p:spTree>
    <p:extLst>
      <p:ext uri="{BB962C8B-B14F-4D97-AF65-F5344CB8AC3E}">
        <p14:creationId xmlns:p14="http://schemas.microsoft.com/office/powerpoint/2010/main" val="376310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EFB15-9691-2622-F191-76D1AFD08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3466820-F520-32BD-61CE-C3796AA24391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4887544-D7C3-172A-52CC-A2CBC88F19B3}"/>
              </a:ext>
            </a:extLst>
          </p:cNvPr>
          <p:cNvSpPr txBox="1"/>
          <p:nvPr/>
        </p:nvSpPr>
        <p:spPr>
          <a:xfrm>
            <a:off x="367484" y="1745662"/>
            <a:ext cx="826857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i="1" dirty="0"/>
              <a:t>Alternativa rápida:</a:t>
            </a:r>
            <a:r>
              <a:rPr lang="pt-BR" sz="4400" dirty="0"/>
              <a:t> Abra o aplicativo do </a:t>
            </a:r>
            <a:r>
              <a:rPr lang="pt-BR" sz="4400" b="1" dirty="0"/>
              <a:t>Gmail</a:t>
            </a:r>
            <a:r>
              <a:rPr lang="pt-BR" sz="4400" dirty="0"/>
              <a:t> ou da </a:t>
            </a:r>
            <a:r>
              <a:rPr lang="pt-BR" sz="4400" b="1" dirty="0"/>
              <a:t>Play </a:t>
            </a:r>
            <a:r>
              <a:rPr lang="pt-BR" sz="4400" b="1" dirty="0" err="1"/>
              <a:t>Store</a:t>
            </a:r>
            <a:r>
              <a:rPr lang="pt-BR" sz="4400" dirty="0"/>
              <a:t> e toque na sua </a:t>
            </a:r>
            <a:r>
              <a:rPr lang="pt-BR" sz="4400" b="1" dirty="0"/>
              <a:t>foto de perfil</a:t>
            </a:r>
            <a:r>
              <a:rPr lang="pt-BR" sz="4400" dirty="0"/>
              <a:t> no canto superior direito. O e-mail principal aparecerá logo abaixo do seu nome</a:t>
            </a:r>
            <a:endParaRPr lang="pt-BR" sz="88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D9C16A1-0377-22D9-9781-CEFFABAB02AB}"/>
              </a:ext>
            </a:extLst>
          </p:cNvPr>
          <p:cNvSpPr/>
          <p:nvPr/>
        </p:nvSpPr>
        <p:spPr>
          <a:xfrm>
            <a:off x="8820150" y="-38862"/>
            <a:ext cx="3371088" cy="6896862"/>
          </a:xfrm>
          <a:prstGeom prst="rect">
            <a:avLst/>
          </a:prstGeom>
          <a:solidFill>
            <a:srgbClr val="9893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194" name="Picture 2" descr="Google Play Store permitirá desinstalar apps remotamente">
            <a:extLst>
              <a:ext uri="{FF2B5EF4-FFF2-40B4-BE49-F238E27FC236}">
                <a16:creationId xmlns:a16="http://schemas.microsoft.com/office/drawing/2014/main" id="{E9D6A11E-9143-AB77-7EA1-5B1DA946C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619" y="135628"/>
            <a:ext cx="2429362" cy="161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7ED4FA7-F340-186F-5303-2905C451B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504" y="561974"/>
            <a:ext cx="2804699" cy="573405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DE47B67-F6BA-2E91-B88E-53F690A8F1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971" y="561974"/>
            <a:ext cx="4762500" cy="47625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2654F8D-B5A8-6CA2-50FF-B8840092A6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5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658C5-0C25-6E69-4EFB-33DB180F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DA1CC32-2EE8-329E-51AB-004384D58BD3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5E977E7-CF1A-E37E-B8DE-58B5A6E3AD61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como encontrar contas do Google nos Ajustes</a:t>
            </a:r>
          </a:p>
          <a:p>
            <a:pPr lvl="0"/>
            <a:r>
              <a:rPr lang="pt-BR" sz="3200" b="1" dirty="0"/>
              <a:t>Em Contatos ou Mail:</a:t>
            </a:r>
            <a:r>
              <a:rPr lang="pt-BR" sz="3200" dirty="0"/>
              <a:t> </a:t>
            </a:r>
            <a:br>
              <a:rPr lang="pt-BR" sz="3200" dirty="0"/>
            </a:br>
            <a:r>
              <a:rPr lang="pt-BR" sz="3200" dirty="0"/>
              <a:t>1. Abra </a:t>
            </a:r>
            <a:r>
              <a:rPr lang="pt-BR" sz="3200" b="1" dirty="0"/>
              <a:t>Ajustes</a:t>
            </a:r>
            <a:endParaRPr lang="pt-BR" sz="320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9407FDD-301B-6CFD-3A32-51A7672349B7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71554D3-38F3-D964-9D05-090B5F65C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A95757D-F5E0-6498-312D-86EC41437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969" y="0"/>
            <a:ext cx="3541259" cy="68580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C0EA0523-C8BA-D499-CB04-48A1DB1BA6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00000">
            <a:off x="9689604" y="3989173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2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C43A5-735A-6202-070D-AEC6AFD69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0D479A4-AD42-E9C7-88AE-81FF8EA0469F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77BD36-8655-E9D8-0A17-9B20F10E731B}"/>
              </a:ext>
            </a:extLst>
          </p:cNvPr>
          <p:cNvSpPr txBox="1"/>
          <p:nvPr/>
        </p:nvSpPr>
        <p:spPr>
          <a:xfrm>
            <a:off x="197078" y="213283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2. </a:t>
            </a:r>
            <a:r>
              <a:rPr lang="pt-BR" sz="3200" dirty="0"/>
              <a:t>toque em </a:t>
            </a:r>
            <a:r>
              <a:rPr lang="pt-BR" sz="3200" b="1" dirty="0"/>
              <a:t>apps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2F06275-E245-6715-6636-7D930930A74B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42EB4E4-9410-1764-EEB0-1C0AD671F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B624C89-F08D-BB72-AEBB-62F1BD19C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550" y="-1"/>
            <a:ext cx="3542097" cy="6858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2E93FD3-093E-FDF7-58C5-769006FFB7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8804452" y="3567441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E0D87-B492-4BB5-0A32-0549B1E45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4BF45D7-B61C-170F-162B-9E7ACB1F184A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4EB9E47-B6A5-CE8E-2D20-DC278A42DC77}"/>
              </a:ext>
            </a:extLst>
          </p:cNvPr>
          <p:cNvSpPr txBox="1"/>
          <p:nvPr/>
        </p:nvSpPr>
        <p:spPr>
          <a:xfrm>
            <a:off x="197078" y="213283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3. </a:t>
            </a:r>
            <a:r>
              <a:rPr lang="pt-BR" sz="3200" dirty="0"/>
              <a:t>toque em </a:t>
            </a:r>
            <a:r>
              <a:rPr lang="pt-BR" sz="3200" b="1" dirty="0"/>
              <a:t>Contatos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932DDC4-68EF-1C15-7C0C-F1AE22F11854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C8E103D-1E6F-4C34-AC8E-6FF922C95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98AABAA-4178-676E-2589-55230C879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1" b="3056"/>
          <a:stretch>
            <a:fillRect/>
          </a:stretch>
        </p:blipFill>
        <p:spPr>
          <a:xfrm>
            <a:off x="7730719" y="0"/>
            <a:ext cx="3272561" cy="66484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D5D4864-733B-B6EC-57C9-9F16A14F2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193844" y="1534239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7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6977C-6CFA-DDF0-16B0-7131D087D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45DF7EF-B208-7A37-2309-F01CCC2D0890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8F8E2F2-C82C-4404-EC89-F3BE2A075238}"/>
              </a:ext>
            </a:extLst>
          </p:cNvPr>
          <p:cNvSpPr txBox="1"/>
          <p:nvPr/>
        </p:nvSpPr>
        <p:spPr>
          <a:xfrm>
            <a:off x="197078" y="213283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4. </a:t>
            </a:r>
            <a:r>
              <a:rPr lang="pt-BR" sz="3200" dirty="0"/>
              <a:t>toque em </a:t>
            </a:r>
            <a:r>
              <a:rPr lang="pt-BR" sz="3200" b="1" dirty="0"/>
              <a:t>Contatos e contas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C6B5CC6-10DB-7185-6AC3-F6FA17BE8241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021D672-290B-9522-6DFA-655275DBD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8968971-416D-D5E0-3CA7-BFC2FD7CF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547" y="0"/>
            <a:ext cx="3800104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218800E-1AB7-92CD-472B-92B458835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322061" y="919734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5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D9603-C6B7-E4E6-43AA-B95FDE99C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40B27A6-6D43-7676-E384-4BC91FDFF77C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E316904-AD43-F2ED-308D-132A0FD972C0}"/>
              </a:ext>
            </a:extLst>
          </p:cNvPr>
          <p:cNvSpPr txBox="1"/>
          <p:nvPr/>
        </p:nvSpPr>
        <p:spPr>
          <a:xfrm>
            <a:off x="197078" y="213283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5. </a:t>
            </a:r>
            <a:r>
              <a:rPr lang="pt-BR" sz="3200" dirty="0"/>
              <a:t>toque em </a:t>
            </a:r>
            <a:r>
              <a:rPr lang="pt-BR" sz="3200" b="1" dirty="0"/>
              <a:t>Gmail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838C8EE-BD9B-D602-92FC-32BB0ADB8251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96BDE0D-5DD0-4F8F-4B80-D9A1F8261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9C53E1C-93A4-1766-00A8-379B40251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2" t="5442" r="7960" b="9497"/>
          <a:stretch>
            <a:fillRect/>
          </a:stretch>
        </p:blipFill>
        <p:spPr>
          <a:xfrm>
            <a:off x="7810500" y="0"/>
            <a:ext cx="3581400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2237918-4B24-34BC-D8B4-437CB8AC9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057662" y="305230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3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02312-C398-CE35-9DD6-B62C7DA5F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BF6F2C4-11BF-05F4-93A4-D41C4B29FA00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07CD81C-7ACF-EFEA-08F5-7E85B30E141C}"/>
              </a:ext>
            </a:extLst>
          </p:cNvPr>
          <p:cNvSpPr txBox="1"/>
          <p:nvPr/>
        </p:nvSpPr>
        <p:spPr>
          <a:xfrm>
            <a:off x="197078" y="213283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6. Ajustes da conta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AE1C85C-7182-4BCB-406F-9D8C57881727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E436F53-C197-8DB2-3173-FEED61972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D6733DF-1BB0-7114-3801-7E38E4E34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439" y="-1"/>
            <a:ext cx="3582319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66A80F3-7253-4062-8A1E-7F35D79085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033734" y="1699376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4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C66F-BA68-5C86-5FEE-AF5FEC67C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7DC91D-51E7-9986-194C-03606D161981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0A9C6D-028C-308A-BA81-B4F9D5F8788C}"/>
              </a:ext>
            </a:extLst>
          </p:cNvPr>
          <p:cNvSpPr txBox="1"/>
          <p:nvPr/>
        </p:nvSpPr>
        <p:spPr>
          <a:xfrm>
            <a:off x="197078" y="2132838"/>
            <a:ext cx="66979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7. Agora a conta google esta na tela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930D76B-C026-079B-473C-20FA17840A44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E3FDE50-172B-2268-2DF1-CECC281A0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6D5EB84-305F-7414-7BF8-F99409EE7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430" y="166788"/>
            <a:ext cx="3176337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561DB3D-91AB-D756-408D-A0D586CF0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178">
            <a:off x="8495861" y="1418563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9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EC60C3B-9836-44AE-BC63-BC6B5F66D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73A71931-370E-406A-8A30-E053BD569BE8}"/>
              </a:ext>
            </a:extLst>
          </p:cNvPr>
          <p:cNvSpPr/>
          <p:nvPr/>
        </p:nvSpPr>
        <p:spPr>
          <a:xfrm rot="8093117">
            <a:off x="7363774" y="213360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819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B918841-BFA6-4406-8513-93C6F17A7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A4DD580E-9C9B-4A22-8029-A611EDB3841E}"/>
              </a:ext>
            </a:extLst>
          </p:cNvPr>
          <p:cNvSpPr/>
          <p:nvPr/>
        </p:nvSpPr>
        <p:spPr>
          <a:xfrm>
            <a:off x="7315200" y="3352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657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8795653-46D9-4A14-8C93-9A6C4C27E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A98FC192-81B9-479A-9E21-D12CF88FBCF2}"/>
              </a:ext>
            </a:extLst>
          </p:cNvPr>
          <p:cNvSpPr/>
          <p:nvPr/>
        </p:nvSpPr>
        <p:spPr>
          <a:xfrm rot="10800000">
            <a:off x="4808984" y="318516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245AEAE-5E1F-48D8-B18D-A2D7A34F7513}"/>
              </a:ext>
            </a:extLst>
          </p:cNvPr>
          <p:cNvSpPr/>
          <p:nvPr/>
        </p:nvSpPr>
        <p:spPr>
          <a:xfrm>
            <a:off x="2718434" y="3063240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281A24-79E5-4390-ACD8-54EFF4E58A0E}"/>
              </a:ext>
            </a:extLst>
          </p:cNvPr>
          <p:cNvSpPr txBox="1"/>
          <p:nvPr/>
        </p:nvSpPr>
        <p:spPr>
          <a:xfrm>
            <a:off x="2602808" y="3070860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8568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B4149C9-62A6-4782-B7DD-80B3EDE9D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D8C5F89-0643-4E6D-90C2-098AFAD94259}"/>
              </a:ext>
            </a:extLst>
          </p:cNvPr>
          <p:cNvSpPr/>
          <p:nvPr/>
        </p:nvSpPr>
        <p:spPr>
          <a:xfrm>
            <a:off x="0" y="3870960"/>
            <a:ext cx="12192000" cy="21488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ESQUECEU A SENHA?</a:t>
            </a:r>
          </a:p>
        </p:txBody>
      </p:sp>
    </p:spTree>
    <p:extLst>
      <p:ext uri="{BB962C8B-B14F-4D97-AF65-F5344CB8AC3E}">
        <p14:creationId xmlns:p14="http://schemas.microsoft.com/office/powerpoint/2010/main" val="4169745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D87C9-28AC-6DA5-EC86-8D1A60D68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683A35F-7DCE-28C9-704F-A8D4A4D61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564" y="-132671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C2F37C7-C0C4-A56B-F3C1-32ACA203BDB0}"/>
              </a:ext>
            </a:extLst>
          </p:cNvPr>
          <p:cNvSpPr/>
          <p:nvPr/>
        </p:nvSpPr>
        <p:spPr>
          <a:xfrm>
            <a:off x="2718434" y="3063240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F6CA37-6184-AF2A-7D94-E9D160BDD75B}"/>
              </a:ext>
            </a:extLst>
          </p:cNvPr>
          <p:cNvSpPr txBox="1"/>
          <p:nvPr/>
        </p:nvSpPr>
        <p:spPr>
          <a:xfrm>
            <a:off x="2602808" y="3070860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538A72C8-5152-D8C5-829F-FF718F2A9D37}"/>
              </a:ext>
            </a:extLst>
          </p:cNvPr>
          <p:cNvSpPr/>
          <p:nvPr/>
        </p:nvSpPr>
        <p:spPr>
          <a:xfrm>
            <a:off x="5687752" y="25327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168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BBA46-D11C-83AA-E334-CBB1BB4C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CCE5A1AF-192A-00CB-3B54-879AA4AE8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564" y="-132672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35AD9CB-25D4-E46E-78C3-C0A9C0A68EE8}"/>
              </a:ext>
            </a:extLst>
          </p:cNvPr>
          <p:cNvSpPr/>
          <p:nvPr/>
        </p:nvSpPr>
        <p:spPr>
          <a:xfrm>
            <a:off x="2718434" y="3063240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BAA793C-C4F5-2070-C48E-A2CA27B956F8}"/>
              </a:ext>
            </a:extLst>
          </p:cNvPr>
          <p:cNvSpPr txBox="1"/>
          <p:nvPr/>
        </p:nvSpPr>
        <p:spPr>
          <a:xfrm>
            <a:off x="2602808" y="3070860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B41972B8-6116-25D2-3631-E0EAA079578F}"/>
              </a:ext>
            </a:extLst>
          </p:cNvPr>
          <p:cNvSpPr/>
          <p:nvPr/>
        </p:nvSpPr>
        <p:spPr>
          <a:xfrm rot="16200000">
            <a:off x="2276894" y="2256246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7582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73F55-C676-F145-3C0C-F60101DD0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56C0DB9-1921-217C-D3F3-3863D7CAE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5E298F7-DF06-7AE8-02D9-61CF9CC58C0B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5D6CEBB-718B-82B1-F810-90AE62EDE67C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F0B9B0B0-71FE-B555-42EC-53F7E246E973}"/>
              </a:ext>
            </a:extLst>
          </p:cNvPr>
          <p:cNvSpPr/>
          <p:nvPr/>
        </p:nvSpPr>
        <p:spPr>
          <a:xfrm rot="10800000">
            <a:off x="4517660" y="3647439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64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02DAB-C232-7673-C8AE-8CF78B1A9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8549F21-438C-634B-6E25-9F49B9C75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3F8DF21-22AC-3C3D-9C55-7FCCD0A9959B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0B983F-5252-11AB-D3CE-637B0B438B0C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3472AC05-0AC3-5CA2-80DE-89DDE1EA4750}"/>
              </a:ext>
            </a:extLst>
          </p:cNvPr>
          <p:cNvSpPr/>
          <p:nvPr/>
        </p:nvSpPr>
        <p:spPr>
          <a:xfrm rot="5400000">
            <a:off x="7818120" y="290322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87090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61D2-A8AE-1CEA-59E7-EBF58A7C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357CDCA-8C5D-DA76-3BFA-E3B221B1E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8832CE4-34EC-E136-83C4-6B567E179E61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C1FF25F-1CAE-DDEE-25B2-95B521CAFA4D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1DF1278E-A598-177B-50B5-0C40C5E5BF7A}"/>
              </a:ext>
            </a:extLst>
          </p:cNvPr>
          <p:cNvSpPr/>
          <p:nvPr/>
        </p:nvSpPr>
        <p:spPr>
          <a:xfrm rot="10986192">
            <a:off x="5925188" y="353149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54316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6CE23-B71B-5368-9023-06E5FE79E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BF710B3-17F0-50FC-5E0F-60B96ECEC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3B3DF67-8E29-299F-FFE6-B9F10A065469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44217D1-9199-45C4-660D-77CA372EC8C3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E6E355C7-5A7A-584A-E2E0-B450072DE4EA}"/>
              </a:ext>
            </a:extLst>
          </p:cNvPr>
          <p:cNvSpPr/>
          <p:nvPr/>
        </p:nvSpPr>
        <p:spPr>
          <a:xfrm rot="10986192">
            <a:off x="5925188" y="353149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1041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775D5-E38E-0AC5-C4A9-77A946F7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C171199-AA57-6712-8292-D601CFC42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52308C6-12F8-F37C-0E48-F1E5B17EF92E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101D02-E4FD-1DA8-EB7F-132EAC93F69C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C30F0362-8B31-F3F4-74B5-A33BB7EA2EDA}"/>
              </a:ext>
            </a:extLst>
          </p:cNvPr>
          <p:cNvSpPr/>
          <p:nvPr/>
        </p:nvSpPr>
        <p:spPr>
          <a:xfrm rot="15951980">
            <a:off x="4620495" y="311239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6674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97913-683C-C8E9-FE8D-01F90F18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DBE5F27-8BCA-795E-5F66-ABC612BB2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DB9D0BE-7EA8-7335-6F6A-32C7BE7303B4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3356FA-8CB6-A4A6-CBFC-7EC3369AA74B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037D5E47-4007-CC9C-E304-5AD81E31AF86}"/>
              </a:ext>
            </a:extLst>
          </p:cNvPr>
          <p:cNvSpPr/>
          <p:nvPr/>
        </p:nvSpPr>
        <p:spPr>
          <a:xfrm rot="12212851">
            <a:off x="4620495" y="311239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8261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4DE4-6881-0EF4-F0C7-C3288B1B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47AD4A7-ACC3-5B0E-C714-8233ED481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28587"/>
            <a:ext cx="9867900" cy="660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D14F3D0-69A6-3998-2A42-26F108444C3F}"/>
              </a:ext>
            </a:extLst>
          </p:cNvPr>
          <p:cNvSpPr/>
          <p:nvPr/>
        </p:nvSpPr>
        <p:spPr>
          <a:xfrm>
            <a:off x="2616832" y="4302034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EACCB6-12EB-C42F-99CB-A90A10671CE6}"/>
              </a:ext>
            </a:extLst>
          </p:cNvPr>
          <p:cNvSpPr txBox="1"/>
          <p:nvPr/>
        </p:nvSpPr>
        <p:spPr>
          <a:xfrm>
            <a:off x="2501206" y="430965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EE2C324D-5DBD-8AA7-979C-43135F8F7699}"/>
              </a:ext>
            </a:extLst>
          </p:cNvPr>
          <p:cNvSpPr/>
          <p:nvPr/>
        </p:nvSpPr>
        <p:spPr>
          <a:xfrm rot="12212851">
            <a:off x="4620495" y="311239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3830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in no gmail : r/golpes">
            <a:extLst>
              <a:ext uri="{FF2B5EF4-FFF2-40B4-BE49-F238E27FC236}">
                <a16:creationId xmlns:a16="http://schemas.microsoft.com/office/drawing/2014/main" id="{662CD46E-54CB-6EE6-2621-CF47CEDD0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521" y="860821"/>
            <a:ext cx="3696007" cy="5164933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A46DC28-0888-BC6D-A884-1C99B5FF27C4}"/>
              </a:ext>
            </a:extLst>
          </p:cNvPr>
          <p:cNvSpPr/>
          <p:nvPr/>
        </p:nvSpPr>
        <p:spPr>
          <a:xfrm rot="3195776">
            <a:off x="7009721" y="1572829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3860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8EEA-8ED7-6D2F-6F69-EAFF96B3F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055073B-8280-EB24-8D4E-25A443DFE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9B2DACE0-A1F9-4DA4-92CA-E4C18162DF92}"/>
              </a:ext>
            </a:extLst>
          </p:cNvPr>
          <p:cNvSpPr/>
          <p:nvPr/>
        </p:nvSpPr>
        <p:spPr>
          <a:xfrm>
            <a:off x="5270500" y="2311400"/>
            <a:ext cx="1574800" cy="5715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C7268DA-4C66-3D64-36BB-307AE52F4A15}"/>
              </a:ext>
            </a:extLst>
          </p:cNvPr>
          <p:cNvSpPr/>
          <p:nvPr/>
        </p:nvSpPr>
        <p:spPr>
          <a:xfrm>
            <a:off x="6870700" y="4775200"/>
            <a:ext cx="546100" cy="5715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9669B82-9356-755A-7DA4-07AE8AC1E111}"/>
              </a:ext>
            </a:extLst>
          </p:cNvPr>
          <p:cNvSpPr txBox="1"/>
          <p:nvPr/>
        </p:nvSpPr>
        <p:spPr>
          <a:xfrm>
            <a:off x="6870700" y="4775200"/>
            <a:ext cx="54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2"/>
                </a:solidFill>
              </a:rPr>
              <a:t>78</a:t>
            </a:r>
          </a:p>
        </p:txBody>
      </p:sp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320D277A-7F00-A248-4AD4-39B7C6D4CBB0}"/>
              </a:ext>
            </a:extLst>
          </p:cNvPr>
          <p:cNvSpPr/>
          <p:nvPr/>
        </p:nvSpPr>
        <p:spPr>
          <a:xfrm rot="3195776">
            <a:off x="7009721" y="13106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9EF8D07-BFC5-8947-431D-91EB6BF49A23}"/>
              </a:ext>
            </a:extLst>
          </p:cNvPr>
          <p:cNvSpPr/>
          <p:nvPr/>
        </p:nvSpPr>
        <p:spPr>
          <a:xfrm>
            <a:off x="4889499" y="1745385"/>
            <a:ext cx="1206500" cy="177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8AEAF31-C0A3-C4E7-DD3C-40BD78E71488}"/>
              </a:ext>
            </a:extLst>
          </p:cNvPr>
          <p:cNvSpPr/>
          <p:nvPr/>
        </p:nvSpPr>
        <p:spPr>
          <a:xfrm>
            <a:off x="5080000" y="3004415"/>
            <a:ext cx="1206500" cy="177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77426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EAEB7-D8DF-3126-DE57-8C01C6E0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D8B186B-0AC6-90C7-A5A8-0C26FF66C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5C6B460-3454-9512-449D-608A595C25F7}"/>
              </a:ext>
            </a:extLst>
          </p:cNvPr>
          <p:cNvSpPr/>
          <p:nvPr/>
        </p:nvSpPr>
        <p:spPr>
          <a:xfrm>
            <a:off x="0" y="3870960"/>
            <a:ext cx="12192000" cy="21488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COMO TROCAR A SENHA?</a:t>
            </a:r>
          </a:p>
        </p:txBody>
      </p:sp>
    </p:spTree>
    <p:extLst>
      <p:ext uri="{BB962C8B-B14F-4D97-AF65-F5344CB8AC3E}">
        <p14:creationId xmlns:p14="http://schemas.microsoft.com/office/powerpoint/2010/main" val="35946275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64E97-54AC-1848-2C3E-D8312584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9C5DA2C-B7EB-D493-2E70-889CD5E26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636DAE94-20D7-6A57-A946-642E1695E57B}"/>
              </a:ext>
            </a:extLst>
          </p:cNvPr>
          <p:cNvSpPr/>
          <p:nvPr/>
        </p:nvSpPr>
        <p:spPr>
          <a:xfrm>
            <a:off x="2194560" y="20878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5986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E139-E511-3B14-BCB2-62F83911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E167ED0-1C3A-AD4F-E3D1-C79F2A680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4931BE06-B7C1-9095-1567-2926C2136CEF}"/>
              </a:ext>
            </a:extLst>
          </p:cNvPr>
          <p:cNvSpPr/>
          <p:nvPr/>
        </p:nvSpPr>
        <p:spPr>
          <a:xfrm rot="10800000">
            <a:off x="2362200" y="8534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8950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33480-1231-29A1-71A3-E8FB0854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C1B76B7-C4CA-C943-D6FC-0E9D4A43D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CBC3D60E-5DE9-CC9A-0D3F-B2CFFDFB0C47}"/>
              </a:ext>
            </a:extLst>
          </p:cNvPr>
          <p:cNvSpPr/>
          <p:nvPr/>
        </p:nvSpPr>
        <p:spPr>
          <a:xfrm rot="7200000">
            <a:off x="3840479" y="-274321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8829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6DEC-F69F-8EC4-1888-73D738A6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AD038BB-E0EA-54A6-5227-E61D54BA2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8A57062A-E26F-4577-4BBB-C6A29EBD879E}"/>
              </a:ext>
            </a:extLst>
          </p:cNvPr>
          <p:cNvSpPr/>
          <p:nvPr/>
        </p:nvSpPr>
        <p:spPr>
          <a:xfrm>
            <a:off x="3322320" y="6400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17152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F28E-A611-B406-8A4C-1179FDD54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A0F9021-CFE3-55D3-DA0F-EC13304C7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A6C660C2-78F9-4D36-FD86-ECFB017936DD}"/>
              </a:ext>
            </a:extLst>
          </p:cNvPr>
          <p:cNvSpPr/>
          <p:nvPr/>
        </p:nvSpPr>
        <p:spPr>
          <a:xfrm rot="10800000">
            <a:off x="6096000" y="26212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8137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3027D-0914-CAA7-CAC8-3463B5BC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3407A6B-9E34-C6C0-18B0-6CDBD59B7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3B89C686-F3E6-21D4-C835-86279AAC31B3}"/>
              </a:ext>
            </a:extLst>
          </p:cNvPr>
          <p:cNvSpPr/>
          <p:nvPr/>
        </p:nvSpPr>
        <p:spPr>
          <a:xfrm rot="3195776">
            <a:off x="6685871" y="152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011634AA-40B4-5129-3021-0176B8AB631E}"/>
              </a:ext>
            </a:extLst>
          </p:cNvPr>
          <p:cNvSpPr/>
          <p:nvPr/>
        </p:nvSpPr>
        <p:spPr>
          <a:xfrm rot="17449516">
            <a:off x="722765" y="1224797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2582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D9C3-3343-E5EB-CF57-F231BB174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3A1C6FF-7F4D-9838-6A45-DB918E404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2D15E0D9-1A6C-8FF9-D2AB-886CAFD9CD7D}"/>
              </a:ext>
            </a:extLst>
          </p:cNvPr>
          <p:cNvSpPr/>
          <p:nvPr/>
        </p:nvSpPr>
        <p:spPr>
          <a:xfrm rot="17449516">
            <a:off x="1052696" y="59138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6AC28E44-0CB9-A1BC-A7C9-035D577F296F}"/>
              </a:ext>
            </a:extLst>
          </p:cNvPr>
          <p:cNvSpPr/>
          <p:nvPr/>
        </p:nvSpPr>
        <p:spPr>
          <a:xfrm rot="3824264">
            <a:off x="7148494" y="101048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1669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619F-5180-14BA-1A42-104ABC628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FD8B7EF-30FE-B5DA-7C4F-502EF7D91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04DAAA99-FC78-A9E1-1553-8DD822E1C765}"/>
              </a:ext>
            </a:extLst>
          </p:cNvPr>
          <p:cNvSpPr/>
          <p:nvPr/>
        </p:nvSpPr>
        <p:spPr>
          <a:xfrm rot="17449516">
            <a:off x="1052696" y="59138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8080DAFF-2A13-3275-484D-B581DD047AAA}"/>
              </a:ext>
            </a:extLst>
          </p:cNvPr>
          <p:cNvSpPr/>
          <p:nvPr/>
        </p:nvSpPr>
        <p:spPr>
          <a:xfrm rot="3824264">
            <a:off x="7148494" y="101048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28880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63D23-9222-5AE1-AB81-F9BC96DD7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76AE205-4D16-D3FE-54A2-5CBD328D6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F0D7FD4-ED9A-B379-75FD-8A5F289A8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3" y="1409700"/>
            <a:ext cx="5655734" cy="3581400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166C8739-B944-3FCD-404F-A0DBD118EF1A}"/>
              </a:ext>
            </a:extLst>
          </p:cNvPr>
          <p:cNvSpPr/>
          <p:nvPr/>
        </p:nvSpPr>
        <p:spPr>
          <a:xfrm rot="17449516">
            <a:off x="3280942" y="29634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6FC9E5-9CAA-8E5B-5653-C1B4C4394D4A}"/>
              </a:ext>
            </a:extLst>
          </p:cNvPr>
          <p:cNvSpPr/>
          <p:nvPr/>
        </p:nvSpPr>
        <p:spPr>
          <a:xfrm>
            <a:off x="7397750" y="2438400"/>
            <a:ext cx="647700" cy="247650"/>
          </a:xfrm>
          <a:prstGeom prst="rect">
            <a:avLst/>
          </a:prstGeom>
          <a:solidFill>
            <a:srgbClr val="E6EC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675E6B4-68AF-04FF-A9E7-3EE573BD7990}"/>
              </a:ext>
            </a:extLst>
          </p:cNvPr>
          <p:cNvSpPr/>
          <p:nvPr/>
        </p:nvSpPr>
        <p:spPr>
          <a:xfrm>
            <a:off x="7058327" y="2527300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B899EA3-CDFC-F75D-4F42-CF57A0F1283B}"/>
              </a:ext>
            </a:extLst>
          </p:cNvPr>
          <p:cNvSpPr/>
          <p:nvPr/>
        </p:nvSpPr>
        <p:spPr>
          <a:xfrm>
            <a:off x="8638118" y="1866900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A7565D70-0072-9B4A-8511-BF8B98326006}"/>
              </a:ext>
            </a:extLst>
          </p:cNvPr>
          <p:cNvSpPr/>
          <p:nvPr/>
        </p:nvSpPr>
        <p:spPr>
          <a:xfrm rot="3824264">
            <a:off x="8717280" y="-106823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C44869E-D36E-D559-54C3-ED6431CFB851}"/>
              </a:ext>
            </a:extLst>
          </p:cNvPr>
          <p:cNvSpPr/>
          <p:nvPr/>
        </p:nvSpPr>
        <p:spPr>
          <a:xfrm>
            <a:off x="8561918" y="1695449"/>
            <a:ext cx="106100" cy="1079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4656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15DF-55E9-FFF4-7038-EFE173BD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59A9984-4387-61C7-92BC-84A3C523B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DDA6D208-1DE2-A7CF-EAB9-DA2758F2F4F2}"/>
              </a:ext>
            </a:extLst>
          </p:cNvPr>
          <p:cNvSpPr/>
          <p:nvPr/>
        </p:nvSpPr>
        <p:spPr>
          <a:xfrm rot="17449516">
            <a:off x="-516091" y="-59265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94BFD73-0F82-5C1C-31DF-127452FF77F1}"/>
              </a:ext>
            </a:extLst>
          </p:cNvPr>
          <p:cNvSpPr/>
          <p:nvPr/>
        </p:nvSpPr>
        <p:spPr>
          <a:xfrm>
            <a:off x="7397750" y="2438400"/>
            <a:ext cx="647700" cy="247650"/>
          </a:xfrm>
          <a:prstGeom prst="rect">
            <a:avLst/>
          </a:prstGeom>
          <a:solidFill>
            <a:srgbClr val="E6EC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A9A9C2F-E5A5-4077-2124-ED277FEEA464}"/>
              </a:ext>
            </a:extLst>
          </p:cNvPr>
          <p:cNvSpPr/>
          <p:nvPr/>
        </p:nvSpPr>
        <p:spPr>
          <a:xfrm>
            <a:off x="7058327" y="2527300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AFC62A5-7ED5-C383-5865-085BE8FBBDDA}"/>
              </a:ext>
            </a:extLst>
          </p:cNvPr>
          <p:cNvSpPr/>
          <p:nvPr/>
        </p:nvSpPr>
        <p:spPr>
          <a:xfrm>
            <a:off x="8638118" y="1866900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A62FAADB-9270-6082-26FE-0908921D5560}"/>
              </a:ext>
            </a:extLst>
          </p:cNvPr>
          <p:cNvSpPr/>
          <p:nvPr/>
        </p:nvSpPr>
        <p:spPr>
          <a:xfrm rot="3824264">
            <a:off x="7066280" y="3200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F10C939-7376-1E2C-3A0F-059380F809B2}"/>
              </a:ext>
            </a:extLst>
          </p:cNvPr>
          <p:cNvSpPr/>
          <p:nvPr/>
        </p:nvSpPr>
        <p:spPr>
          <a:xfrm>
            <a:off x="8561918" y="1695449"/>
            <a:ext cx="106100" cy="1079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0368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6486DB6-6A82-DEC8-403C-C554455AB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C22A8336-8783-4AB7-4836-5F80C0D486A3}"/>
              </a:ext>
            </a:extLst>
          </p:cNvPr>
          <p:cNvSpPr/>
          <p:nvPr/>
        </p:nvSpPr>
        <p:spPr>
          <a:xfrm rot="17449516">
            <a:off x="-516091" y="-59265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524FC73-5E21-9E87-CFB0-B6C50CB9F0D9}"/>
              </a:ext>
            </a:extLst>
          </p:cNvPr>
          <p:cNvSpPr/>
          <p:nvPr/>
        </p:nvSpPr>
        <p:spPr>
          <a:xfrm>
            <a:off x="7397750" y="2438400"/>
            <a:ext cx="647700" cy="247650"/>
          </a:xfrm>
          <a:prstGeom prst="rect">
            <a:avLst/>
          </a:prstGeom>
          <a:solidFill>
            <a:srgbClr val="E6EC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142EC18-E32D-7C6D-2BEA-7684B1A4FD4C}"/>
              </a:ext>
            </a:extLst>
          </p:cNvPr>
          <p:cNvSpPr/>
          <p:nvPr/>
        </p:nvSpPr>
        <p:spPr>
          <a:xfrm>
            <a:off x="8638118" y="1866900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901E5F73-4EDD-477F-93C3-5383A065B0B9}"/>
              </a:ext>
            </a:extLst>
          </p:cNvPr>
          <p:cNvSpPr/>
          <p:nvPr/>
        </p:nvSpPr>
        <p:spPr>
          <a:xfrm rot="3824264">
            <a:off x="7066280" y="3200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18328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280</TotalTime>
  <Words>483</Words>
  <Application>Microsoft Office PowerPoint</Application>
  <PresentationFormat>Widescreen</PresentationFormat>
  <Paragraphs>50</Paragraphs>
  <Slides>60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4" baseType="lpstr">
      <vt:lpstr>Arial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18</cp:revision>
  <dcterms:created xsi:type="dcterms:W3CDTF">2026-10-21T13:01:14Z</dcterms:created>
  <dcterms:modified xsi:type="dcterms:W3CDTF">2026-10-21T19:38:55Z</dcterms:modified>
</cp:coreProperties>
</file>