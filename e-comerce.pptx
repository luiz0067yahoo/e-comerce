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sldIdLst>
    <p:sldId id="257" r:id="rId2"/>
    <p:sldId id="256" r:id="rId3"/>
    <p:sldId id="258" r:id="rId4"/>
    <p:sldId id="259" r:id="rId5"/>
    <p:sldId id="260" r:id="rId6"/>
    <p:sldId id="275" r:id="rId7"/>
    <p:sldId id="276" r:id="rId8"/>
    <p:sldId id="278" r:id="rId9"/>
    <p:sldId id="277" r:id="rId10"/>
    <p:sldId id="280" r:id="rId11"/>
    <p:sldId id="281" r:id="rId12"/>
    <p:sldId id="282" r:id="rId13"/>
    <p:sldId id="283" r:id="rId14"/>
    <p:sldId id="284" r:id="rId15"/>
    <p:sldId id="285" r:id="rId16"/>
    <p:sldId id="286" r:id="rId17"/>
    <p:sldId id="287" r:id="rId18"/>
    <p:sldId id="288" r:id="rId19"/>
    <p:sldId id="289" r:id="rId20"/>
    <p:sldId id="291" r:id="rId21"/>
    <p:sldId id="292" r:id="rId22"/>
    <p:sldId id="293" r:id="rId23"/>
    <p:sldId id="294" r:id="rId24"/>
    <p:sldId id="295" r:id="rId25"/>
    <p:sldId id="296" r:id="rId26"/>
    <p:sldId id="304" r:id="rId27"/>
    <p:sldId id="297" r:id="rId28"/>
    <p:sldId id="298" r:id="rId29"/>
    <p:sldId id="305" r:id="rId30"/>
    <p:sldId id="309" r:id="rId31"/>
    <p:sldId id="308" r:id="rId32"/>
    <p:sldId id="306" r:id="rId33"/>
    <p:sldId id="307" r:id="rId34"/>
    <p:sldId id="268" r:id="rId35"/>
    <p:sldId id="269" r:id="rId36"/>
    <p:sldId id="270" r:id="rId37"/>
    <p:sldId id="271" r:id="rId38"/>
    <p:sldId id="261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B01"/>
    <a:srgbClr val="FD3833"/>
    <a:srgbClr val="97928C"/>
    <a:srgbClr val="FE6921"/>
    <a:srgbClr val="98938D"/>
    <a:srgbClr val="0F57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660"/>
  </p:normalViewPr>
  <p:slideViewPr>
    <p:cSldViewPr snapToGrid="0">
      <p:cViewPr>
        <p:scale>
          <a:sx n="50" d="100"/>
          <a:sy n="50" d="100"/>
        </p:scale>
        <p:origin x="1278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938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6594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0808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431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8673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1965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395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228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0791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4411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97529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005294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9612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63684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9598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51891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601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6554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D3992ECF-28A4-4DE3-B2F8-DC41FCCE2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0"/>
            <a:ext cx="11430000" cy="6858000"/>
          </a:xfrm>
          <a:prstGeom prst="rect">
            <a:avLst/>
          </a:prstGeom>
        </p:spPr>
      </p:pic>
      <p:sp>
        <p:nvSpPr>
          <p:cNvPr id="6" name="Seta: para Baixo 5">
            <a:extLst>
              <a:ext uri="{FF2B5EF4-FFF2-40B4-BE49-F238E27FC236}">
                <a16:creationId xmlns:a16="http://schemas.microsoft.com/office/drawing/2014/main" id="{221B639D-A22A-487E-9D2C-0C3FCD9F9419}"/>
              </a:ext>
            </a:extLst>
          </p:cNvPr>
          <p:cNvSpPr/>
          <p:nvPr/>
        </p:nvSpPr>
        <p:spPr>
          <a:xfrm>
            <a:off x="2194560" y="20878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14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C77453EF-32AE-4966-BC1C-37BEF05DA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0"/>
            <a:ext cx="11430000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5BE0694F-B184-4DF9-AA2C-400F0A5D78C1}"/>
              </a:ext>
            </a:extLst>
          </p:cNvPr>
          <p:cNvSpPr/>
          <p:nvPr/>
        </p:nvSpPr>
        <p:spPr>
          <a:xfrm rot="10800000">
            <a:off x="2362200" y="85344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4143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02E4E517-2284-45EA-839B-F58FF4F6F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0"/>
            <a:ext cx="11430000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5AD82ED5-0DF0-4535-9C93-C01CA87184B5}"/>
              </a:ext>
            </a:extLst>
          </p:cNvPr>
          <p:cNvSpPr/>
          <p:nvPr/>
        </p:nvSpPr>
        <p:spPr>
          <a:xfrm rot="7200000">
            <a:off x="3840479" y="-274321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1746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5656ABAC-9154-4AFB-85FA-D09BD8CD6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44EFADC5-C2F7-4443-B6DF-E2337C9549B7}"/>
              </a:ext>
            </a:extLst>
          </p:cNvPr>
          <p:cNvSpPr/>
          <p:nvPr/>
        </p:nvSpPr>
        <p:spPr>
          <a:xfrm>
            <a:off x="3322320" y="6400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2048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C5550EEF-0F1B-4DD0-A4FB-086497244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4226D3B4-FD77-4ED7-86A5-A587AD4BBF48}"/>
              </a:ext>
            </a:extLst>
          </p:cNvPr>
          <p:cNvSpPr/>
          <p:nvPr/>
        </p:nvSpPr>
        <p:spPr>
          <a:xfrm rot="10800000">
            <a:off x="6096000" y="26212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8036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B4149C9-62A6-4782-B7DD-80B3EDE9D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909"/>
            <a:ext cx="12192000" cy="665018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D8C5F89-0643-4E6D-90C2-098AFAD94259}"/>
              </a:ext>
            </a:extLst>
          </p:cNvPr>
          <p:cNvSpPr/>
          <p:nvPr/>
        </p:nvSpPr>
        <p:spPr>
          <a:xfrm>
            <a:off x="0" y="3870960"/>
            <a:ext cx="12192000" cy="214884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200" b="1" dirty="0"/>
              <a:t>ESQUECEU O EMAIL?</a:t>
            </a:r>
          </a:p>
        </p:txBody>
      </p:sp>
    </p:spTree>
    <p:extLst>
      <p:ext uri="{BB962C8B-B14F-4D97-AF65-F5344CB8AC3E}">
        <p14:creationId xmlns:p14="http://schemas.microsoft.com/office/powerpoint/2010/main" val="2840946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22AD9A75-2677-4975-BDA8-A4243A43BD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50" t="11869" r="8000" b="11088"/>
          <a:stretch/>
        </p:blipFill>
        <p:spPr>
          <a:xfrm>
            <a:off x="19227" y="5110"/>
            <a:ext cx="12172773" cy="621281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D8C5F89-0643-4E6D-90C2-098AFAD94259}"/>
              </a:ext>
            </a:extLst>
          </p:cNvPr>
          <p:cNvSpPr/>
          <p:nvPr/>
        </p:nvSpPr>
        <p:spPr>
          <a:xfrm>
            <a:off x="0" y="4724400"/>
            <a:ext cx="12192000" cy="214884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200" b="1" dirty="0"/>
              <a:t>	QUAL SEU CELULAR?</a:t>
            </a:r>
          </a:p>
        </p:txBody>
      </p:sp>
    </p:spTree>
    <p:extLst>
      <p:ext uri="{BB962C8B-B14F-4D97-AF65-F5344CB8AC3E}">
        <p14:creationId xmlns:p14="http://schemas.microsoft.com/office/powerpoint/2010/main" val="3650014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022935F9-2CF2-4AED-B7EA-22F265BC7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0745" y="-35663"/>
            <a:ext cx="5168805" cy="689366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21921" y="1593262"/>
            <a:ext cx="597408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dirty="0"/>
              <a:t>Se você está com o celular em mãos e desbloqueado</a:t>
            </a:r>
          </a:p>
          <a:p>
            <a:pPr algn="just"/>
            <a:r>
              <a:rPr lang="pt-BR" sz="3200" dirty="0"/>
              <a:t>Para visualizar os e-mails do Google atualmente ativos no aparelho:</a:t>
            </a:r>
          </a:p>
          <a:p>
            <a:pPr marL="342900" indent="-342900" algn="just">
              <a:buAutoNum type="arabicPeriod"/>
            </a:pPr>
            <a:r>
              <a:rPr lang="pt-BR" sz="3200" dirty="0"/>
              <a:t>Abra o aplicativo de Configurações do seu Samsung (ícone de engrenagem).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33704FCD-43A2-4917-BB05-0EA3FB4368F5}"/>
              </a:ext>
            </a:extLst>
          </p:cNvPr>
          <p:cNvSpPr/>
          <p:nvPr/>
        </p:nvSpPr>
        <p:spPr>
          <a:xfrm>
            <a:off x="10687050" y="-38862"/>
            <a:ext cx="1504950" cy="6896862"/>
          </a:xfrm>
          <a:prstGeom prst="rect">
            <a:avLst/>
          </a:prstGeom>
          <a:solidFill>
            <a:srgbClr val="9893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C905696-A9E8-4CAF-90DE-80A4445D57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595602" y="3488911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900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5" y="1745662"/>
            <a:ext cx="672465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2.  Role a tela para baixo e selecione Contas e backup.</a:t>
            </a:r>
          </a:p>
          <a:p>
            <a:pPr marL="342900" indent="-342900">
              <a:buAutoNum type="arabicPeriod"/>
            </a:pPr>
            <a:endParaRPr lang="pt-BR" sz="6000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A95BADAC-4895-4B19-A776-B10ACFA457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135" y="0"/>
            <a:ext cx="5142065" cy="6858000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A81896EA-FDDE-4B3E-B51B-4EF9F35346D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95" t="1980" r="11198" b="1303"/>
          <a:stretch/>
        </p:blipFill>
        <p:spPr>
          <a:xfrm>
            <a:off x="8324849" y="628650"/>
            <a:ext cx="2628901" cy="565785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46787">
            <a:off x="8435828" y="-312120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178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5" y="1745662"/>
            <a:ext cx="672465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2.  Role a tela para baixo e selecione Contas e backup.</a:t>
            </a:r>
          </a:p>
          <a:p>
            <a:pPr marL="342900" indent="-342900">
              <a:buAutoNum type="arabicPeriod"/>
            </a:pPr>
            <a:endParaRPr lang="pt-BR" sz="60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B74E041-4C3E-4C59-97B2-920D966685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2088" y="-38862"/>
            <a:ext cx="5170632" cy="689610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46787">
            <a:off x="8445563" y="2388705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232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5" y="1745662"/>
            <a:ext cx="67246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3. Toque em Gerenciar contas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C354245-536E-47C2-AC4A-E1CB9966A8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0034" y="-38862"/>
            <a:ext cx="5171203" cy="6896862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46787">
            <a:off x="8445563" y="233257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899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4" y="1745662"/>
            <a:ext cx="826857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4400" dirty="0"/>
              <a:t>4. Você verá uma lista com todas as contas conectadas. Procure pelos endereços que terminam com @gmail.com (com o ícone colorido do Google).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451A903-3DA5-4652-A0F2-C69100A36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150" y="0"/>
            <a:ext cx="3371850" cy="6837363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63" y="2134362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152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4" y="1745662"/>
            <a:ext cx="8268579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4400" i="1" dirty="0"/>
              <a:t>Alternativa rápida:</a:t>
            </a:r>
            <a:r>
              <a:rPr lang="pt-BR" sz="4400" dirty="0"/>
              <a:t> Abra o aplicativo do </a:t>
            </a:r>
            <a:r>
              <a:rPr lang="pt-BR" sz="4400" b="1" dirty="0"/>
              <a:t>Gmail</a:t>
            </a:r>
            <a:r>
              <a:rPr lang="pt-BR" sz="4400" dirty="0"/>
              <a:t> ou da </a:t>
            </a:r>
            <a:r>
              <a:rPr lang="pt-BR" sz="4400" b="1" dirty="0"/>
              <a:t>Play </a:t>
            </a:r>
            <a:r>
              <a:rPr lang="pt-BR" sz="4400" b="1" dirty="0" err="1"/>
              <a:t>Store</a:t>
            </a:r>
            <a:r>
              <a:rPr lang="pt-BR" sz="4400" dirty="0"/>
              <a:t> e toque na sua </a:t>
            </a:r>
            <a:r>
              <a:rPr lang="pt-BR" sz="4400" b="1" dirty="0"/>
              <a:t>foto de perfil</a:t>
            </a:r>
            <a:r>
              <a:rPr lang="pt-BR" sz="4400" dirty="0"/>
              <a:t> no canto superior direito. O e-mail principal aparecerá logo abaixo do seu nome</a:t>
            </a:r>
            <a:endParaRPr lang="pt-BR" sz="88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0B03B30-68DD-BC7C-745E-6B16524C0595}"/>
              </a:ext>
            </a:extLst>
          </p:cNvPr>
          <p:cNvSpPr/>
          <p:nvPr/>
        </p:nvSpPr>
        <p:spPr>
          <a:xfrm>
            <a:off x="8820150" y="-38862"/>
            <a:ext cx="3371088" cy="6896862"/>
          </a:xfrm>
          <a:prstGeom prst="rect">
            <a:avLst/>
          </a:prstGeom>
          <a:solidFill>
            <a:srgbClr val="9893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194" name="Picture 2" descr="Google Play Store permitirá desinstalar apps remotamente">
            <a:extLst>
              <a:ext uri="{FF2B5EF4-FFF2-40B4-BE49-F238E27FC236}">
                <a16:creationId xmlns:a16="http://schemas.microsoft.com/office/drawing/2014/main" id="{0D4D2FA3-89A1-4669-9B54-100AD927D6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619" y="135628"/>
            <a:ext cx="2429362" cy="1610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A33C8113-C10F-E9D1-9A7A-A7E83D038F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8504" y="561974"/>
            <a:ext cx="2804699" cy="573405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5971" y="561974"/>
            <a:ext cx="4762500" cy="47625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1B38F919-E9CA-DF9A-3ED1-1FBBB38D5E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161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97078" y="2132838"/>
            <a:ext cx="66979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Como encontrar o Gmail no celular• Pelo menu de Configurações:	</a:t>
            </a:r>
          </a:p>
          <a:p>
            <a:pPr algn="just"/>
            <a:endParaRPr lang="pt-BR" sz="3200" b="1" dirty="0"/>
          </a:p>
          <a:p>
            <a:pPr algn="just"/>
            <a:r>
              <a:rPr lang="pt-BR" sz="3200" b="1" dirty="0"/>
              <a:t>1. Deslize a tela para cima e abra Configurar (Configurações)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096BB4DD-C10A-4CB0-B48C-709F03F2D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998" y="-19050"/>
            <a:ext cx="5171203" cy="689686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355F7262-CDE2-4EEE-87A8-77512B7992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10265298" y="3450987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405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70054" y="1687354"/>
            <a:ext cx="669798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2. Role e toque em </a:t>
            </a:r>
          </a:p>
          <a:p>
            <a:r>
              <a:rPr lang="pt-BR" sz="6000" b="1" dirty="0"/>
              <a:t>Senhas e contas </a:t>
            </a:r>
            <a:r>
              <a:rPr lang="pt-BR" sz="6000" dirty="0"/>
              <a:t>ou </a:t>
            </a:r>
            <a:br>
              <a:rPr lang="pt-BR" sz="6000" dirty="0"/>
            </a:br>
            <a:r>
              <a:rPr lang="pt-BR" sz="6000" b="1" dirty="0"/>
              <a:t>Contas</a:t>
            </a:r>
            <a:r>
              <a:rPr lang="pt-BR" sz="6000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3E15E2B5-0B8C-4550-BB63-370FA2833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8087" y="-38862"/>
            <a:ext cx="5171203" cy="689686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355F7262-CDE2-4EEE-87A8-77512B7992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776700" y="-701913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504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70054" y="1687354"/>
            <a:ext cx="669798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2. Role e toque em </a:t>
            </a:r>
          </a:p>
          <a:p>
            <a:r>
              <a:rPr lang="pt-BR" sz="6000" b="1" dirty="0"/>
              <a:t>Senhas e contas </a:t>
            </a:r>
            <a:r>
              <a:rPr lang="pt-BR" sz="6000" dirty="0"/>
              <a:t>ou </a:t>
            </a:r>
            <a:br>
              <a:rPr lang="pt-BR" sz="6000" dirty="0"/>
            </a:br>
            <a:r>
              <a:rPr lang="pt-BR" sz="6000" b="1" dirty="0"/>
              <a:t>Contas</a:t>
            </a:r>
            <a:r>
              <a:rPr lang="pt-BR" sz="6000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7EF2386C-3C96-4187-AD9E-6A0ECBEEDA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8086" y="-38862"/>
            <a:ext cx="5171203" cy="6896862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F8D701B-3499-441F-A454-7E9D33A0F171}"/>
              </a:ext>
            </a:extLst>
          </p:cNvPr>
          <p:cNvSpPr/>
          <p:nvPr/>
        </p:nvSpPr>
        <p:spPr>
          <a:xfrm>
            <a:off x="9182100" y="2609850"/>
            <a:ext cx="933450" cy="53628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355F7262-CDE2-4EEE-87A8-77512B7992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8904588" y="728405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697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70054" y="1687354"/>
            <a:ext cx="669798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3. Toque em </a:t>
            </a:r>
            <a:r>
              <a:rPr lang="pt-BR" sz="6000" b="1" dirty="0"/>
              <a:t>Google</a:t>
            </a:r>
            <a:r>
              <a:rPr lang="pt-BR" sz="6000" dirty="0"/>
              <a:t> para ver a lista de contas vinculadas ao aparelho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C7BA3CC9-2BE2-4E6E-A616-E2FEAABB6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8603" y="-121810"/>
            <a:ext cx="5233397" cy="697981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C41E459-7126-4404-9C0C-9B18B417BE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8916004" y="-150777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199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6A33A702-8A78-449E-AE1D-F3C1D1E1AE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401" y="-38862"/>
            <a:ext cx="5181600" cy="69107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C41E459-7126-4404-9C0C-9B18B417BE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570117" y="-455577"/>
            <a:ext cx="3459247" cy="3459247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45700555-821E-4CEE-97A1-5282C1535541}"/>
              </a:ext>
            </a:extLst>
          </p:cNvPr>
          <p:cNvSpPr txBox="1"/>
          <p:nvPr/>
        </p:nvSpPr>
        <p:spPr>
          <a:xfrm>
            <a:off x="170054" y="1687354"/>
            <a:ext cx="669798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3. Toque em </a:t>
            </a:r>
            <a:r>
              <a:rPr lang="pt-BR" sz="6000" b="1" dirty="0"/>
              <a:t>Google</a:t>
            </a:r>
            <a:r>
              <a:rPr lang="pt-BR" sz="6000" dirty="0"/>
              <a:t> para ver a lista de contas vinculadas ao aparelho</a:t>
            </a:r>
          </a:p>
        </p:txBody>
      </p:sp>
    </p:spTree>
    <p:extLst>
      <p:ext uri="{BB962C8B-B14F-4D97-AF65-F5344CB8AC3E}">
        <p14:creationId xmlns:p14="http://schemas.microsoft.com/office/powerpoint/2010/main" val="12640691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BC581-EA4D-B17E-52B0-8F94BE4D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F63457CC-E9FD-4BD4-5105-3FE3BBB759FA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F0352C0-CFE2-CBAB-55B1-BB43B8A3D0DF}"/>
              </a:ext>
            </a:extLst>
          </p:cNvPr>
          <p:cNvSpPr txBox="1"/>
          <p:nvPr/>
        </p:nvSpPr>
        <p:spPr>
          <a:xfrm>
            <a:off x="367484" y="1745662"/>
            <a:ext cx="8268579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4400" i="1" dirty="0"/>
              <a:t>Alternativa rápida:</a:t>
            </a:r>
            <a:r>
              <a:rPr lang="pt-BR" sz="4400" dirty="0"/>
              <a:t> Abra o aplicativo do </a:t>
            </a:r>
            <a:r>
              <a:rPr lang="pt-BR" sz="4400" b="1" dirty="0"/>
              <a:t>Gmail</a:t>
            </a:r>
            <a:r>
              <a:rPr lang="pt-BR" sz="4400" dirty="0"/>
              <a:t> ou da </a:t>
            </a:r>
            <a:r>
              <a:rPr lang="pt-BR" sz="4400" b="1" dirty="0"/>
              <a:t>Play </a:t>
            </a:r>
            <a:r>
              <a:rPr lang="pt-BR" sz="4400" b="1" dirty="0" err="1"/>
              <a:t>Store</a:t>
            </a:r>
            <a:r>
              <a:rPr lang="pt-BR" sz="4400" dirty="0"/>
              <a:t> e toque na sua </a:t>
            </a:r>
            <a:r>
              <a:rPr lang="pt-BR" sz="4400" b="1" dirty="0"/>
              <a:t>foto de perfil</a:t>
            </a:r>
            <a:r>
              <a:rPr lang="pt-BR" sz="4400" dirty="0"/>
              <a:t> no canto superior direito. O e-mail principal aparecerá logo abaixo do seu nome</a:t>
            </a:r>
            <a:endParaRPr lang="pt-BR" sz="88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BA0DDF3-7D8B-415A-F8BC-6694BB24EE85}"/>
              </a:ext>
            </a:extLst>
          </p:cNvPr>
          <p:cNvSpPr/>
          <p:nvPr/>
        </p:nvSpPr>
        <p:spPr>
          <a:xfrm>
            <a:off x="8820150" y="-38862"/>
            <a:ext cx="3371088" cy="6896862"/>
          </a:xfrm>
          <a:prstGeom prst="rect">
            <a:avLst/>
          </a:prstGeom>
          <a:solidFill>
            <a:srgbClr val="9893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194" name="Picture 2" descr="Google Play Store permitirá desinstalar apps remotamente">
            <a:extLst>
              <a:ext uri="{FF2B5EF4-FFF2-40B4-BE49-F238E27FC236}">
                <a16:creationId xmlns:a16="http://schemas.microsoft.com/office/drawing/2014/main" id="{37EAF569-59DF-348F-29AB-720B7AF2A6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619" y="135628"/>
            <a:ext cx="2429362" cy="1610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E9017D50-AFB9-3FC1-5B2D-A5F3D97DE4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8504" y="561974"/>
            <a:ext cx="2804699" cy="573405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A7DA84C-A81C-DC35-3003-30CFD9F6EE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5971" y="561974"/>
            <a:ext cx="4762500" cy="47625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03219C6F-8CDE-7A17-23D0-95105EFB49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962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31CFD-E1BD-93F9-9449-5B1D24486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5224211-97E3-60FC-942A-0DBC177BFCF0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FCB0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B56DBC5-D052-E1D0-4A90-0412DE6DCAD9}"/>
              </a:ext>
            </a:extLst>
          </p:cNvPr>
          <p:cNvSpPr txBox="1"/>
          <p:nvPr/>
        </p:nvSpPr>
        <p:spPr>
          <a:xfrm>
            <a:off x="197078" y="2132838"/>
            <a:ext cx="66979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⚙️ Método Principal: Pelas Configurações do Sistema</a:t>
            </a:r>
          </a:p>
          <a:p>
            <a:pPr algn="just"/>
            <a:r>
              <a:rPr lang="pt-BR" sz="3200" b="1" dirty="0"/>
              <a:t>1. Abra o aplicativo Configurações do seu Xiaomi. 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5C4B6B4-F020-2B18-BD01-4A9806712D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80" y="97064"/>
            <a:ext cx="1519238" cy="1790700"/>
          </a:xfrm>
          <a:prstGeom prst="rect">
            <a:avLst/>
          </a:prstGeom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B469F468-81C7-5F23-C363-40316DE06865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0824FF49-7C4A-C7EE-B561-4C07F51FF8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0268" y="190677"/>
            <a:ext cx="3163848" cy="6858000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F08D10C2-10D5-77F1-1E2A-897A638D5F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8883696" y="4075103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867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16A05-7AE2-721D-34DD-0BE6F9467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AD11591-B8D6-3F1A-A2B9-B57B9FC3F845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FCB0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AC7C0373-112B-007F-D08B-7DC278EA6378}"/>
              </a:ext>
            </a:extLst>
          </p:cNvPr>
          <p:cNvSpPr txBox="1"/>
          <p:nvPr/>
        </p:nvSpPr>
        <p:spPr>
          <a:xfrm>
            <a:off x="197078" y="2132838"/>
            <a:ext cx="66979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⚙️ Método Principal: Pelas Configurações do Sistema</a:t>
            </a:r>
          </a:p>
          <a:p>
            <a:pPr algn="just"/>
            <a:r>
              <a:rPr lang="pt-BR" sz="3200" b="1" dirty="0"/>
              <a:t>1. Abra o aplicativo Configurações do seu Xiaomi. 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69D370E-C7D5-2C30-E4E3-86AAE77798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80" y="97064"/>
            <a:ext cx="1519238" cy="1790700"/>
          </a:xfrm>
          <a:prstGeom prst="rect">
            <a:avLst/>
          </a:prstGeom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46287F07-8F20-0AB0-2118-51288A915825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28B5388-3A7E-08C5-7234-41074C7016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2340" y="407396"/>
            <a:ext cx="3161776" cy="685800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3A3E14E-BE37-4A40-F39C-DEF3580C82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4996" y="1322427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4782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DD502-53EF-D64E-13C4-AB79B6E7B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EE7857-B903-C9B5-805F-09AC6B6E5F07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FCB0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BDC5C48-6699-892F-F1DF-77439BF767AF}"/>
              </a:ext>
            </a:extLst>
          </p:cNvPr>
          <p:cNvSpPr txBox="1"/>
          <p:nvPr/>
        </p:nvSpPr>
        <p:spPr>
          <a:xfrm>
            <a:off x="197078" y="2132838"/>
            <a:ext cx="66979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2. Role a tela para baixo até encontrar a opção Google (ou Contas e Sincronização / Contas).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A88C0DF-90DB-6B93-6DFA-57266CBA76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80" y="97064"/>
            <a:ext cx="1519238" cy="1790700"/>
          </a:xfrm>
          <a:prstGeom prst="rect">
            <a:avLst/>
          </a:prstGeom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9A8A1F52-674C-6302-CE08-BE4204D4D159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505661A-B65C-27CD-7EC3-1D3F3209E7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941" y="-130629"/>
            <a:ext cx="3161776" cy="6858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4569148-1372-E467-169B-100E40D410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837093" y="-1164554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834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26473-09BB-6C3D-1374-7F17E120F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193F97-B180-4109-E245-B12267B32197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FCB0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F402864-4ACA-F49A-568C-F5FD43BB25F7}"/>
              </a:ext>
            </a:extLst>
          </p:cNvPr>
          <p:cNvSpPr txBox="1"/>
          <p:nvPr/>
        </p:nvSpPr>
        <p:spPr>
          <a:xfrm>
            <a:off x="197078" y="2132838"/>
            <a:ext cx="66979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2. Role a tela para baixo até encontrar a opção Google (ou Contas e Sincronização / Contas).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434869C-4A5D-9F85-EC6E-DF9A0C9613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80" y="97064"/>
            <a:ext cx="1519238" cy="1790700"/>
          </a:xfrm>
          <a:prstGeom prst="rect">
            <a:avLst/>
          </a:prstGeom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D7643DDC-7213-54B7-AE15-1859604D4D38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9E4B29C-0D6C-3D60-3560-3477B9A9A0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7762" y="420914"/>
            <a:ext cx="3161776" cy="6858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29436306-532E-BB77-1174-7B328D6B23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296739" y="1868932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514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C3FA-E87B-1D61-30F4-B72173E0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1D71BE8-9E67-F231-7642-A4D3B5E74561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FCB0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79E1B2E9-C7E4-1897-F8AD-FB449001918E}"/>
              </a:ext>
            </a:extLst>
          </p:cNvPr>
          <p:cNvSpPr txBox="1"/>
          <p:nvPr/>
        </p:nvSpPr>
        <p:spPr>
          <a:xfrm>
            <a:off x="197078" y="2132838"/>
            <a:ext cx="66979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3. O endereço de e-mail cadastrado aparecerá logo no topo da tela, abaixo do seu nome e da sua foto de perfil.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55FAF52-F5C0-A306-0F59-FD20671C02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80" y="97064"/>
            <a:ext cx="1519238" cy="1790700"/>
          </a:xfrm>
          <a:prstGeom prst="rect">
            <a:avLst/>
          </a:prstGeom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73204295-8B09-D46F-03BA-F45037AAF50E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E29683B-A820-A1C0-9F09-4C4C890755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7711" y="169555"/>
            <a:ext cx="3161776" cy="6858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9BB5EB6-94EF-5A28-6C67-AD43EABAB8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558562" y="597252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475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0F5B0-E407-C39B-9AEE-DA26BFAC0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01E0E8-76F4-5281-D56C-980339E7D5B6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FCB0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E262907-5831-C01A-5FEB-74D16B6E39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80" y="97064"/>
            <a:ext cx="1519238" cy="1790700"/>
          </a:xfrm>
          <a:prstGeom prst="rect">
            <a:avLst/>
          </a:prstGeom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AE7B350B-E44B-0678-0E57-C9CDD765EAF6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7779CAB-04A3-2EAB-6B2D-83321B9840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60" r="9561" b="13172"/>
          <a:stretch>
            <a:fillRect/>
          </a:stretch>
        </p:blipFill>
        <p:spPr>
          <a:xfrm>
            <a:off x="7809867" y="-1047303"/>
            <a:ext cx="3677464" cy="765856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37C10452-BC8E-B53A-2DE9-031C3BBEBF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389912" y="-351480"/>
            <a:ext cx="3459247" cy="3459247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8F502DE4-B25F-4C09-140D-5CA83DBAC465}"/>
              </a:ext>
            </a:extLst>
          </p:cNvPr>
          <p:cNvSpPr txBox="1"/>
          <p:nvPr/>
        </p:nvSpPr>
        <p:spPr>
          <a:xfrm>
            <a:off x="197078" y="2132838"/>
            <a:ext cx="66979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3. O endereço de e-mail cadastrado aparecerá logo no topo da tela, abaixo do seu nome e da sua foto de perfil.</a:t>
            </a:r>
          </a:p>
        </p:txBody>
      </p:sp>
    </p:spTree>
    <p:extLst>
      <p:ext uri="{BB962C8B-B14F-4D97-AF65-F5344CB8AC3E}">
        <p14:creationId xmlns:p14="http://schemas.microsoft.com/office/powerpoint/2010/main" val="3763107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EFB15-9691-2622-F191-76D1AFD08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3466820-F520-32BD-61CE-C3796AA24391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FCB0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4887544-D7C3-172A-52CC-A2CBC88F19B3}"/>
              </a:ext>
            </a:extLst>
          </p:cNvPr>
          <p:cNvSpPr txBox="1"/>
          <p:nvPr/>
        </p:nvSpPr>
        <p:spPr>
          <a:xfrm>
            <a:off x="367484" y="1745662"/>
            <a:ext cx="8268579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4400" i="1" dirty="0"/>
              <a:t>Alternativa rápida:</a:t>
            </a:r>
            <a:r>
              <a:rPr lang="pt-BR" sz="4400" dirty="0"/>
              <a:t> Abra o aplicativo do </a:t>
            </a:r>
            <a:r>
              <a:rPr lang="pt-BR" sz="4400" b="1" dirty="0"/>
              <a:t>Gmail</a:t>
            </a:r>
            <a:r>
              <a:rPr lang="pt-BR" sz="4400" dirty="0"/>
              <a:t> ou da </a:t>
            </a:r>
            <a:r>
              <a:rPr lang="pt-BR" sz="4400" b="1" dirty="0"/>
              <a:t>Play </a:t>
            </a:r>
            <a:r>
              <a:rPr lang="pt-BR" sz="4400" b="1" dirty="0" err="1"/>
              <a:t>Store</a:t>
            </a:r>
            <a:r>
              <a:rPr lang="pt-BR" sz="4400" dirty="0"/>
              <a:t> e toque na sua </a:t>
            </a:r>
            <a:r>
              <a:rPr lang="pt-BR" sz="4400" b="1" dirty="0"/>
              <a:t>foto de perfil</a:t>
            </a:r>
            <a:r>
              <a:rPr lang="pt-BR" sz="4400" dirty="0"/>
              <a:t> no canto superior direito. O e-mail principal aparecerá logo abaixo do seu nome</a:t>
            </a:r>
            <a:endParaRPr lang="pt-BR" sz="88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D9C16A1-0377-22D9-9781-CEFFABAB02AB}"/>
              </a:ext>
            </a:extLst>
          </p:cNvPr>
          <p:cNvSpPr/>
          <p:nvPr/>
        </p:nvSpPr>
        <p:spPr>
          <a:xfrm>
            <a:off x="8820150" y="-38862"/>
            <a:ext cx="3371088" cy="6896862"/>
          </a:xfrm>
          <a:prstGeom prst="rect">
            <a:avLst/>
          </a:prstGeom>
          <a:solidFill>
            <a:srgbClr val="9893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194" name="Picture 2" descr="Google Play Store permitirá desinstalar apps remotamente">
            <a:extLst>
              <a:ext uri="{FF2B5EF4-FFF2-40B4-BE49-F238E27FC236}">
                <a16:creationId xmlns:a16="http://schemas.microsoft.com/office/drawing/2014/main" id="{E9D6A11E-9143-AB77-7EA1-5B1DA946C9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619" y="135628"/>
            <a:ext cx="2429362" cy="1610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7ED4FA7-F340-186F-5303-2905C451B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8504" y="561974"/>
            <a:ext cx="2804699" cy="573405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EDE47B67-F6BA-2E91-B88E-53F690A8F1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5971" y="561974"/>
            <a:ext cx="4762500" cy="47625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B2654F8D-B5A8-6CA2-50FF-B8840092A6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80" y="97064"/>
            <a:ext cx="1519238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450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658C5-0C25-6E69-4EFB-33DB180FC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DA1CC32-2EE8-329E-51AB-004384D58BD3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D38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5E977E7-CF1A-E37E-B8DE-58B5A6E3AD61}"/>
              </a:ext>
            </a:extLst>
          </p:cNvPr>
          <p:cNvSpPr txBox="1"/>
          <p:nvPr/>
        </p:nvSpPr>
        <p:spPr>
          <a:xfrm>
            <a:off x="197078" y="2132838"/>
            <a:ext cx="66979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/>
              <a:t>como encontrar contas do Google nos Ajustes</a:t>
            </a:r>
          </a:p>
          <a:p>
            <a:pPr lvl="0"/>
            <a:r>
              <a:rPr lang="pt-BR" sz="3200" b="1" dirty="0"/>
              <a:t>Em Contatos ou Mail:</a:t>
            </a:r>
            <a:r>
              <a:rPr lang="pt-BR" sz="3200" dirty="0"/>
              <a:t> </a:t>
            </a:r>
            <a:br>
              <a:rPr lang="pt-BR" sz="3200" dirty="0"/>
            </a:br>
            <a:r>
              <a:rPr lang="pt-BR" sz="3200" dirty="0"/>
              <a:t>1. Abra </a:t>
            </a:r>
            <a:r>
              <a:rPr lang="pt-BR" sz="3200" b="1" dirty="0"/>
              <a:t>Ajustes</a:t>
            </a:r>
            <a:endParaRPr lang="pt-BR" sz="3200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A9407FDD-301B-6CFD-3A32-51A7672349B7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71554D3-38F3-D964-9D05-090B5F65CA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492" y="166788"/>
            <a:ext cx="1002014" cy="1229009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8A95757D-F5E0-6498-312D-86EC414376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69" y="0"/>
            <a:ext cx="3541259" cy="6858000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C0EA0523-C8BA-D499-CB04-48A1DB1BA6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00000">
            <a:off x="9689604" y="3989173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325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C43A5-735A-6202-070D-AEC6AFD69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0D479A4-AD42-E9C7-88AE-81FF8EA0469F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D38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B77BD36-8655-E9D8-0A17-9B20F10E731B}"/>
              </a:ext>
            </a:extLst>
          </p:cNvPr>
          <p:cNvSpPr txBox="1"/>
          <p:nvPr/>
        </p:nvSpPr>
        <p:spPr>
          <a:xfrm>
            <a:off x="197078" y="2132838"/>
            <a:ext cx="6697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2. </a:t>
            </a:r>
            <a:r>
              <a:rPr lang="pt-BR" sz="3200" dirty="0"/>
              <a:t>toque em </a:t>
            </a:r>
            <a:r>
              <a:rPr lang="pt-BR" sz="3200" b="1" dirty="0"/>
              <a:t>apps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2F06275-E245-6715-6636-7D930930A74B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F42EB4E4-9410-1764-EEB0-1C0AD671F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492" y="166788"/>
            <a:ext cx="1002014" cy="1229009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7B624C89-F08D-BB72-AEBB-62F1BD19C3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550" y="-1"/>
            <a:ext cx="3542097" cy="6858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B2E93FD3-093E-FDF7-58C5-769006FFB7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8804452" y="3567441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5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E0D87-B492-4BB5-0A32-0549B1E45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4BF45D7-B61C-170F-162B-9E7ACB1F184A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D38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4EB9E47-B6A5-CE8E-2D20-DC278A42DC77}"/>
              </a:ext>
            </a:extLst>
          </p:cNvPr>
          <p:cNvSpPr txBox="1"/>
          <p:nvPr/>
        </p:nvSpPr>
        <p:spPr>
          <a:xfrm>
            <a:off x="197078" y="2132838"/>
            <a:ext cx="6697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/>
              <a:t>3. </a:t>
            </a:r>
            <a:r>
              <a:rPr lang="pt-BR" sz="3200" dirty="0"/>
              <a:t>toque em </a:t>
            </a:r>
            <a:r>
              <a:rPr lang="pt-BR" sz="3200" b="1" dirty="0"/>
              <a:t>Contatos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932DDC4-68EF-1C15-7C0C-F1AE22F11854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C8E103D-1E6F-4C34-AC8E-6FF922C953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492" y="166788"/>
            <a:ext cx="1002014" cy="1229009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498AABAA-4178-676E-2589-55230C879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31" b="3056"/>
          <a:stretch>
            <a:fillRect/>
          </a:stretch>
        </p:blipFill>
        <p:spPr>
          <a:xfrm>
            <a:off x="7730719" y="0"/>
            <a:ext cx="3272561" cy="664845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2D5D4864-733B-B6EC-57C9-9F16A14F27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193844" y="1534239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778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6977C-6CFA-DDF0-16B0-7131D087D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45DF7EF-B208-7A37-2309-F01CCC2D0890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D38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08F8E2F2-C82C-4404-EC89-F3BE2A075238}"/>
              </a:ext>
            </a:extLst>
          </p:cNvPr>
          <p:cNvSpPr txBox="1"/>
          <p:nvPr/>
        </p:nvSpPr>
        <p:spPr>
          <a:xfrm>
            <a:off x="197078" y="2132838"/>
            <a:ext cx="6697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/>
              <a:t>4. </a:t>
            </a:r>
            <a:r>
              <a:rPr lang="pt-BR" sz="3200" dirty="0"/>
              <a:t>toque em </a:t>
            </a:r>
            <a:r>
              <a:rPr lang="pt-BR" sz="3200" b="1" dirty="0"/>
              <a:t>Contatos e contas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C6B5CC6-10DB-7185-6AC3-F6FA17BE8241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021D672-290B-9522-6DFA-655275DBD4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492" y="166788"/>
            <a:ext cx="1002014" cy="1229009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98968971-416D-D5E0-3CA7-BFC2FD7CF7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8547" y="0"/>
            <a:ext cx="3800104" cy="6858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1218800E-1AB7-92CD-472B-92B458835C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322061" y="919734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557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D9603-C6B7-E4E6-43AA-B95FDE99C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40B27A6-6D43-7676-E384-4BC91FDFF77C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D38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E316904-AD43-F2ED-308D-132A0FD972C0}"/>
              </a:ext>
            </a:extLst>
          </p:cNvPr>
          <p:cNvSpPr txBox="1"/>
          <p:nvPr/>
        </p:nvSpPr>
        <p:spPr>
          <a:xfrm>
            <a:off x="197078" y="2132838"/>
            <a:ext cx="6697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/>
              <a:t>5. </a:t>
            </a:r>
            <a:r>
              <a:rPr lang="pt-BR" sz="3200" dirty="0"/>
              <a:t>toque em </a:t>
            </a:r>
            <a:r>
              <a:rPr lang="pt-BR" sz="3200" b="1" dirty="0"/>
              <a:t>Gmail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838C8EE-BD9B-D602-92FC-32BB0ADB8251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96BDE0D-5DD0-4F8F-4B80-D9A1F82610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492" y="166788"/>
            <a:ext cx="1002014" cy="1229009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79C53E1C-93A4-1766-00A8-379B402517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42" t="5442" r="7960" b="9497"/>
          <a:stretch>
            <a:fillRect/>
          </a:stretch>
        </p:blipFill>
        <p:spPr>
          <a:xfrm>
            <a:off x="7810500" y="0"/>
            <a:ext cx="3581400" cy="6858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2237918-4B24-34BC-D8B4-437CB8AC95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057662" y="305230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939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02312-C398-CE35-9DD6-B62C7DA5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BF6F2C4-11BF-05F4-93A4-D41C4B29FA00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D38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07CD81C-7ACF-EFEA-08F5-7E85B30E141C}"/>
              </a:ext>
            </a:extLst>
          </p:cNvPr>
          <p:cNvSpPr txBox="1"/>
          <p:nvPr/>
        </p:nvSpPr>
        <p:spPr>
          <a:xfrm>
            <a:off x="197078" y="2132838"/>
            <a:ext cx="6697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6. Ajustes da conta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AE1C85C-7182-4BCB-406F-9D8C57881727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E436F53-C197-8DB2-3173-FEED61972C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492" y="166788"/>
            <a:ext cx="1002014" cy="1229009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BD6733DF-1BB0-7114-3801-7E38E4E34F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7439" y="-1"/>
            <a:ext cx="3582319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766A80F3-7253-4062-8A1E-7F35D79085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033734" y="1699376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343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3C66F-BA68-5C86-5FEE-AF5FEC67C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7DC91D-51E7-9986-194C-03606D161981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D38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70A9C6D-028C-308A-BA81-B4F9D5F8788C}"/>
              </a:ext>
            </a:extLst>
          </p:cNvPr>
          <p:cNvSpPr txBox="1"/>
          <p:nvPr/>
        </p:nvSpPr>
        <p:spPr>
          <a:xfrm>
            <a:off x="197078" y="2132838"/>
            <a:ext cx="66979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7. Agora a conta google esta na tela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D930D76B-C026-079B-473C-20FA17840A44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7E3FDE50-172B-2268-2DF1-CECC281A0F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492" y="166788"/>
            <a:ext cx="1002014" cy="1229009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6D5EB84-305F-7414-7BF8-F99409EE7B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0430" y="166788"/>
            <a:ext cx="3176337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4561DB3D-91AB-D756-408D-A0D586CF0E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86178">
            <a:off x="8495861" y="1418563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89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EC60C3B-9836-44AE-BC63-BC6B5F66D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73A71931-370E-406A-8A30-E053BD569BE8}"/>
              </a:ext>
            </a:extLst>
          </p:cNvPr>
          <p:cNvSpPr/>
          <p:nvPr/>
        </p:nvSpPr>
        <p:spPr>
          <a:xfrm rot="8093117">
            <a:off x="7363774" y="213360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28199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B918841-BFA6-4406-8513-93C6F17A7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A4DD580E-9C9B-4A22-8029-A611EDB3841E}"/>
              </a:ext>
            </a:extLst>
          </p:cNvPr>
          <p:cNvSpPr/>
          <p:nvPr/>
        </p:nvSpPr>
        <p:spPr>
          <a:xfrm>
            <a:off x="7315200" y="3352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06577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8795653-46D9-4A14-8C93-9A6C4C27E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A98FC192-81B9-479A-9E21-D12CF88FBCF2}"/>
              </a:ext>
            </a:extLst>
          </p:cNvPr>
          <p:cNvSpPr/>
          <p:nvPr/>
        </p:nvSpPr>
        <p:spPr>
          <a:xfrm rot="10800000">
            <a:off x="4808984" y="318516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0245AEAE-5E1F-48D8-B18D-A2D7A34F7513}"/>
              </a:ext>
            </a:extLst>
          </p:cNvPr>
          <p:cNvSpPr/>
          <p:nvPr/>
        </p:nvSpPr>
        <p:spPr>
          <a:xfrm>
            <a:off x="2718434" y="3063240"/>
            <a:ext cx="601028" cy="2438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9281A24-79E5-4390-ACD8-54EFF4E58A0E}"/>
              </a:ext>
            </a:extLst>
          </p:cNvPr>
          <p:cNvSpPr txBox="1"/>
          <p:nvPr/>
        </p:nvSpPr>
        <p:spPr>
          <a:xfrm>
            <a:off x="2602808" y="3070860"/>
            <a:ext cx="8130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NomeEmail</a:t>
            </a:r>
            <a:endParaRPr lang="pt-BR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8568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B4149C9-62A6-4782-B7DD-80B3EDE9D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909"/>
            <a:ext cx="12192000" cy="665018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D8C5F89-0643-4E6D-90C2-098AFAD94259}"/>
              </a:ext>
            </a:extLst>
          </p:cNvPr>
          <p:cNvSpPr/>
          <p:nvPr/>
        </p:nvSpPr>
        <p:spPr>
          <a:xfrm>
            <a:off x="0" y="3870960"/>
            <a:ext cx="12192000" cy="214884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200" b="1" dirty="0"/>
              <a:t>ESQUECEU A SENHA?</a:t>
            </a:r>
          </a:p>
        </p:txBody>
      </p:sp>
    </p:spTree>
    <p:extLst>
      <p:ext uri="{BB962C8B-B14F-4D97-AF65-F5344CB8AC3E}">
        <p14:creationId xmlns:p14="http://schemas.microsoft.com/office/powerpoint/2010/main" val="4169745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366C84F1-679E-4497-9D07-8F217D839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6D9ECC27-64F2-4B06-B190-884DD3F908C4}"/>
              </a:ext>
            </a:extLst>
          </p:cNvPr>
          <p:cNvSpPr/>
          <p:nvPr/>
        </p:nvSpPr>
        <p:spPr>
          <a:xfrm>
            <a:off x="2718434" y="3063240"/>
            <a:ext cx="601028" cy="2438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14B9540-30A3-4058-BABE-F73BF7B91E11}"/>
              </a:ext>
            </a:extLst>
          </p:cNvPr>
          <p:cNvSpPr txBox="1"/>
          <p:nvPr/>
        </p:nvSpPr>
        <p:spPr>
          <a:xfrm>
            <a:off x="2602808" y="3070860"/>
            <a:ext cx="8130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NomeEmail</a:t>
            </a:r>
            <a:endParaRPr lang="pt-BR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99980DE7-0304-44DF-83D3-11F709CB3AD8}"/>
              </a:ext>
            </a:extLst>
          </p:cNvPr>
          <p:cNvSpPr/>
          <p:nvPr/>
        </p:nvSpPr>
        <p:spPr>
          <a:xfrm rot="8093117">
            <a:off x="7363774" y="257556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3386048"/>
      </p:ext>
    </p:extLst>
  </p:cSld>
  <p:clrMapOvr>
    <a:masterClrMapping/>
  </p:clrMapOvr>
</p:sld>
</file>

<file path=ppt/theme/theme1.xml><?xml version="1.0" encoding="utf-8"?>
<a:theme xmlns:a="http://schemas.openxmlformats.org/drawingml/2006/main" name="Fatia">
  <a:themeElements>
    <a:clrScheme name="Fatia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Fatia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atia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240</TotalTime>
  <Words>469</Words>
  <Application>Microsoft Office PowerPoint</Application>
  <PresentationFormat>Widescreen</PresentationFormat>
  <Paragraphs>40</Paragraphs>
  <Slides>38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38</vt:i4>
      </vt:variant>
    </vt:vector>
  </HeadingPairs>
  <TitlesOfParts>
    <vt:vector size="42" baseType="lpstr">
      <vt:lpstr>Arial</vt:lpstr>
      <vt:lpstr>Century Gothic</vt:lpstr>
      <vt:lpstr>Wingdings 3</vt:lpstr>
      <vt:lpstr>Fatia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Luiz Fernando Brogliatto Ferreira</dc:creator>
  <cp:lastModifiedBy>Luiz Fernando Brogliatto Ferreira</cp:lastModifiedBy>
  <cp:revision>15</cp:revision>
  <dcterms:created xsi:type="dcterms:W3CDTF">2026-10-21T13:01:14Z</dcterms:created>
  <dcterms:modified xsi:type="dcterms:W3CDTF">2026-10-21T18:59:11Z</dcterms:modified>
</cp:coreProperties>
</file>