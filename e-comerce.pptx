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7" r:id="rId2"/>
    <p:sldId id="256" r:id="rId3"/>
    <p:sldId id="258" r:id="rId4"/>
    <p:sldId id="259" r:id="rId5"/>
    <p:sldId id="260" r:id="rId6"/>
    <p:sldId id="275" r:id="rId7"/>
    <p:sldId id="276" r:id="rId8"/>
    <p:sldId id="279" r:id="rId9"/>
    <p:sldId id="278" r:id="rId10"/>
    <p:sldId id="277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268" r:id="rId22"/>
    <p:sldId id="269" r:id="rId23"/>
    <p:sldId id="270" r:id="rId24"/>
    <p:sldId id="271" r:id="rId25"/>
    <p:sldId id="261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>
      <p:cViewPr>
        <p:scale>
          <a:sx n="50" d="100"/>
          <a:sy n="50" d="100"/>
        </p:scale>
        <p:origin x="552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3992ECF-28A4-4DE3-B2F8-DC41FCCE2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221B639D-A22A-487E-9D2C-0C3FCD9F9419}"/>
              </a:ext>
            </a:extLst>
          </p:cNvPr>
          <p:cNvSpPr/>
          <p:nvPr/>
        </p:nvSpPr>
        <p:spPr>
          <a:xfrm>
            <a:off x="2194560" y="20878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14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77453EF-32AE-4966-BC1C-37BEF05DA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5BE0694F-B184-4DF9-AA2C-400F0A5D78C1}"/>
              </a:ext>
            </a:extLst>
          </p:cNvPr>
          <p:cNvSpPr/>
          <p:nvPr/>
        </p:nvSpPr>
        <p:spPr>
          <a:xfrm rot="10800000">
            <a:off x="2362200" y="8534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414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2E4E517-2284-45EA-839B-F58FF4F6F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5AD82ED5-0DF0-4535-9C93-C01CA87184B5}"/>
              </a:ext>
            </a:extLst>
          </p:cNvPr>
          <p:cNvSpPr/>
          <p:nvPr/>
        </p:nvSpPr>
        <p:spPr>
          <a:xfrm rot="7200000">
            <a:off x="3840479" y="-274321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1746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656ABAC-9154-4AFB-85FA-D09BD8CD6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4EFADC5-C2F7-4443-B6DF-E2337C9549B7}"/>
              </a:ext>
            </a:extLst>
          </p:cNvPr>
          <p:cNvSpPr/>
          <p:nvPr/>
        </p:nvSpPr>
        <p:spPr>
          <a:xfrm>
            <a:off x="3322320" y="6400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2048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5550EEF-0F1B-4DD0-A4FB-086497244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226D3B4-FD77-4ED7-86A5-A587AD4BBF48}"/>
              </a:ext>
            </a:extLst>
          </p:cNvPr>
          <p:cNvSpPr/>
          <p:nvPr/>
        </p:nvSpPr>
        <p:spPr>
          <a:xfrm rot="10800000">
            <a:off x="6096000" y="26212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036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B4149C9-62A6-4782-B7DD-80B3EDE9D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387096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ESQUECEU O EMAIL?</a:t>
            </a:r>
          </a:p>
        </p:txBody>
      </p:sp>
    </p:spTree>
    <p:extLst>
      <p:ext uri="{BB962C8B-B14F-4D97-AF65-F5344CB8AC3E}">
        <p14:creationId xmlns:p14="http://schemas.microsoft.com/office/powerpoint/2010/main" val="2840946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22AD9A75-2677-4975-BDA8-A4243A43BD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50" t="11869" r="8000" b="11088"/>
          <a:stretch/>
        </p:blipFill>
        <p:spPr>
          <a:xfrm>
            <a:off x="19227" y="5110"/>
            <a:ext cx="12172773" cy="621281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472440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	QUAL SEU CELULAR?</a:t>
            </a:r>
          </a:p>
        </p:txBody>
      </p:sp>
    </p:spTree>
    <p:extLst>
      <p:ext uri="{BB962C8B-B14F-4D97-AF65-F5344CB8AC3E}">
        <p14:creationId xmlns:p14="http://schemas.microsoft.com/office/powerpoint/2010/main" val="3650014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22935F9-2CF2-4AED-B7EA-22F265BC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135" y="0"/>
            <a:ext cx="5142065" cy="6858000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21920" y="1593262"/>
            <a:ext cx="697021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dirty="0"/>
              <a:t>Se você está com o celular em mãos e desbloqueado</a:t>
            </a:r>
          </a:p>
          <a:p>
            <a:pPr algn="just"/>
            <a:r>
              <a:rPr lang="pt-BR" sz="3200" dirty="0"/>
              <a:t>Para visualizar os e-mails do Google atualmente ativos no aparelho:</a:t>
            </a:r>
          </a:p>
          <a:p>
            <a:pPr marL="342900" indent="-342900" algn="just">
              <a:buAutoNum type="arabicPeriod"/>
            </a:pPr>
            <a:r>
              <a:rPr lang="pt-BR" sz="3200" dirty="0"/>
              <a:t>Abra o aplicativo de Configurações do seu Samsung (ícone de engrenagem).</a:t>
            </a:r>
          </a:p>
        </p:txBody>
      </p:sp>
    </p:spTree>
    <p:extLst>
      <p:ext uri="{BB962C8B-B14F-4D97-AF65-F5344CB8AC3E}">
        <p14:creationId xmlns:p14="http://schemas.microsoft.com/office/powerpoint/2010/main" val="3259591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22935F9-2CF2-4AED-B7EA-22F265BC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745" y="-35663"/>
            <a:ext cx="5168805" cy="689366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21921" y="1593262"/>
            <a:ext cx="59740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dirty="0"/>
              <a:t>Se você está com o celular em mãos e desbloqueado</a:t>
            </a:r>
          </a:p>
          <a:p>
            <a:pPr algn="just"/>
            <a:r>
              <a:rPr lang="pt-BR" sz="3200" dirty="0"/>
              <a:t>Para visualizar os e-mails do Google atualmente ativos no aparelho:</a:t>
            </a:r>
          </a:p>
          <a:p>
            <a:pPr marL="342900" indent="-342900" algn="just">
              <a:buAutoNum type="arabicPeriod"/>
            </a:pPr>
            <a:r>
              <a:rPr lang="pt-BR" sz="3200" dirty="0"/>
              <a:t>Abra o aplicativo de Configurações do seu Samsung (ícone de engrenagem).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3704FCD-43A2-4917-BB05-0EA3FB4368F5}"/>
              </a:ext>
            </a:extLst>
          </p:cNvPr>
          <p:cNvSpPr/>
          <p:nvPr/>
        </p:nvSpPr>
        <p:spPr>
          <a:xfrm>
            <a:off x="10687050" y="-38862"/>
            <a:ext cx="1504950" cy="6896862"/>
          </a:xfrm>
          <a:prstGeom prst="rect">
            <a:avLst/>
          </a:prstGeom>
          <a:solidFill>
            <a:srgbClr val="9893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C905696-A9E8-4CAF-90DE-80A4445D57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595602" y="3488911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900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 Role a tela para baixo e selecione Contas e backup.</a:t>
            </a:r>
          </a:p>
          <a:p>
            <a:pPr marL="342900" indent="-342900">
              <a:buAutoNum type="arabicPeriod"/>
            </a:pPr>
            <a:endParaRPr lang="pt-BR" sz="6000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A95BADAC-4895-4B19-A776-B10ACFA457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135" y="0"/>
            <a:ext cx="5142065" cy="6858000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81896EA-FDDE-4B3E-B51B-4EF9F35346D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95" t="1980" r="11198" b="1303"/>
          <a:stretch/>
        </p:blipFill>
        <p:spPr>
          <a:xfrm>
            <a:off x="8324849" y="628650"/>
            <a:ext cx="2628901" cy="565785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35828" y="-31212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178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 Role a tela para baixo e selecione Contas e backup.</a:t>
            </a:r>
          </a:p>
          <a:p>
            <a:pPr marL="342900" indent="-342900">
              <a:buAutoNum type="arabicPeriod"/>
            </a:pPr>
            <a:endParaRPr lang="pt-BR" sz="6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B74E041-4C3E-4C59-97B2-920D96668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2088" y="-38862"/>
            <a:ext cx="5170632" cy="689610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45563" y="2388705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2325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Gerenciar contas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C354245-536E-47C2-AC4A-E1CB9966A8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0034" y="-38862"/>
            <a:ext cx="5171203" cy="6896862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45563" y="233257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8991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4" y="1745662"/>
            <a:ext cx="826857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dirty="0"/>
              <a:t>4. Você verá uma lista com todas as contas conectadas. Procure pelos endereços que terminam com @gmail.com (com o ícone colorido do Google).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451A903-3DA5-4652-A0F2-C69100A3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150" y="0"/>
            <a:ext cx="3371850" cy="6837363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63" y="2134362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522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451A903-3DA5-4652-A0F2-C69100A36B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150" y="0"/>
            <a:ext cx="3371850" cy="6837363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63" y="2134362"/>
            <a:ext cx="4762500" cy="4762500"/>
          </a:xfrm>
          <a:prstGeom prst="rect">
            <a:avLst/>
          </a:prstGeom>
        </p:spPr>
      </p:pic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0D4D2FA3-89A1-4669-9B54-100AD927D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1615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97078" y="2132838"/>
            <a:ext cx="66979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Como encontrar o Gmail no celular• Pelo menu de Configurações:	</a:t>
            </a:r>
          </a:p>
          <a:p>
            <a:pPr algn="just"/>
            <a:endParaRPr lang="pt-BR" sz="3200" b="1" dirty="0"/>
          </a:p>
          <a:p>
            <a:pPr algn="just"/>
            <a:r>
              <a:rPr lang="pt-BR" sz="3200" b="1" dirty="0"/>
              <a:t>1. Deslize a tela para cima e abra Configurar (Configurações)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096BB4DD-C10A-4CB0-B48C-709F03F2D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998" y="-19050"/>
            <a:ext cx="5171203" cy="689686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10265298" y="345098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405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Role e toque em </a:t>
            </a:r>
          </a:p>
          <a:p>
            <a:r>
              <a:rPr lang="pt-BR" sz="6000" b="1" dirty="0"/>
              <a:t>Senhas e contas </a:t>
            </a:r>
            <a:r>
              <a:rPr lang="pt-BR" sz="6000" dirty="0"/>
              <a:t>ou </a:t>
            </a:r>
            <a:br>
              <a:rPr lang="pt-BR" sz="6000" dirty="0"/>
            </a:br>
            <a:r>
              <a:rPr lang="pt-BR" sz="6000" b="1" dirty="0"/>
              <a:t>Contas</a:t>
            </a:r>
            <a:r>
              <a:rPr lang="pt-BR" sz="6000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E15E2B5-0B8C-4550-BB63-370FA2833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087" y="-38862"/>
            <a:ext cx="5171203" cy="689686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776700" y="-70191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5047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Role e toque em </a:t>
            </a:r>
          </a:p>
          <a:p>
            <a:r>
              <a:rPr lang="pt-BR" sz="6000" b="1" dirty="0"/>
              <a:t>Senhas e contas </a:t>
            </a:r>
            <a:r>
              <a:rPr lang="pt-BR" sz="6000" dirty="0"/>
              <a:t>ou </a:t>
            </a:r>
            <a:br>
              <a:rPr lang="pt-BR" sz="6000" dirty="0"/>
            </a:br>
            <a:r>
              <a:rPr lang="pt-BR" sz="6000" b="1" dirty="0"/>
              <a:t>Contas</a:t>
            </a:r>
            <a:r>
              <a:rPr lang="pt-BR" sz="6000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EF2386C-3C96-4187-AD9E-6A0ECBEEDA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086" y="-38862"/>
            <a:ext cx="5171203" cy="6896862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F8D701B-3499-441F-A454-7E9D33A0F171}"/>
              </a:ext>
            </a:extLst>
          </p:cNvPr>
          <p:cNvSpPr/>
          <p:nvPr/>
        </p:nvSpPr>
        <p:spPr>
          <a:xfrm>
            <a:off x="9182100" y="2609850"/>
            <a:ext cx="933450" cy="53628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904588" y="728405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6971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</a:t>
            </a:r>
            <a:r>
              <a:rPr lang="pt-BR" sz="6000" b="1" dirty="0"/>
              <a:t>Google</a:t>
            </a:r>
            <a:r>
              <a:rPr lang="pt-BR" sz="6000" dirty="0"/>
              <a:t> para ver a lista de contas vinculadas ao aparelho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7BA3CC9-2BE2-4E6E-A616-E2FEAABB6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603" y="-121810"/>
            <a:ext cx="5233397" cy="697981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41E459-7126-4404-9C0C-9B18B417BE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916004" y="-15077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199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6A33A702-8A78-449E-AE1D-F3C1D1E1A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1" y="-38862"/>
            <a:ext cx="5181600" cy="69107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41E459-7126-4404-9C0C-9B18B417BE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935054" y="-512727"/>
            <a:ext cx="3459247" cy="3459247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700555-821E-4CEE-97A1-5282C1535541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</a:t>
            </a:r>
            <a:r>
              <a:rPr lang="pt-BR" sz="6000" b="1" dirty="0"/>
              <a:t>Google</a:t>
            </a:r>
            <a:r>
              <a:rPr lang="pt-BR" sz="6000" dirty="0"/>
              <a:t> para ver a lista de contas vinculadas ao aparelho</a:t>
            </a:r>
          </a:p>
        </p:txBody>
      </p:sp>
    </p:spTree>
    <p:extLst>
      <p:ext uri="{BB962C8B-B14F-4D97-AF65-F5344CB8AC3E}">
        <p14:creationId xmlns:p14="http://schemas.microsoft.com/office/powerpoint/2010/main" val="1264069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451A903-3DA5-4652-A0F2-C69100A36B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150" y="0"/>
            <a:ext cx="3371850" cy="6837363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63" y="2134362"/>
            <a:ext cx="4762500" cy="4762500"/>
          </a:xfrm>
          <a:prstGeom prst="rect">
            <a:avLst/>
          </a:prstGeom>
        </p:spPr>
      </p:pic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0D4D2FA3-89A1-4669-9B54-100AD927D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362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EC60C3B-9836-44AE-BC63-BC6B5F66D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73A71931-370E-406A-8A30-E053BD569BE8}"/>
              </a:ext>
            </a:extLst>
          </p:cNvPr>
          <p:cNvSpPr/>
          <p:nvPr/>
        </p:nvSpPr>
        <p:spPr>
          <a:xfrm rot="8093117">
            <a:off x="7363774" y="213360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2819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B918841-BFA6-4406-8513-93C6F17A7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A4DD580E-9C9B-4A22-8029-A611EDB3841E}"/>
              </a:ext>
            </a:extLst>
          </p:cNvPr>
          <p:cNvSpPr/>
          <p:nvPr/>
        </p:nvSpPr>
        <p:spPr>
          <a:xfrm>
            <a:off x="7315200" y="3352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06577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8795653-46D9-4A14-8C93-9A6C4C27E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A98FC192-81B9-479A-9E21-D12CF88FBCF2}"/>
              </a:ext>
            </a:extLst>
          </p:cNvPr>
          <p:cNvSpPr/>
          <p:nvPr/>
        </p:nvSpPr>
        <p:spPr>
          <a:xfrm rot="10800000">
            <a:off x="4808984" y="318516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245AEAE-5E1F-48D8-B18D-A2D7A34F7513}"/>
              </a:ext>
            </a:extLst>
          </p:cNvPr>
          <p:cNvSpPr/>
          <p:nvPr/>
        </p:nvSpPr>
        <p:spPr>
          <a:xfrm>
            <a:off x="2718434" y="3063240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281A24-79E5-4390-ACD8-54EFF4E58A0E}"/>
              </a:ext>
            </a:extLst>
          </p:cNvPr>
          <p:cNvSpPr txBox="1"/>
          <p:nvPr/>
        </p:nvSpPr>
        <p:spPr>
          <a:xfrm>
            <a:off x="2602808" y="3070860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8568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B4149C9-62A6-4782-B7DD-80B3EDE9D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387096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ESQUECEU A SENHA?</a:t>
            </a:r>
          </a:p>
        </p:txBody>
      </p:sp>
    </p:spTree>
    <p:extLst>
      <p:ext uri="{BB962C8B-B14F-4D97-AF65-F5344CB8AC3E}">
        <p14:creationId xmlns:p14="http://schemas.microsoft.com/office/powerpoint/2010/main" val="416974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366C84F1-679E-4497-9D07-8F217D83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D9ECC27-64F2-4B06-B190-884DD3F908C4}"/>
              </a:ext>
            </a:extLst>
          </p:cNvPr>
          <p:cNvSpPr/>
          <p:nvPr/>
        </p:nvSpPr>
        <p:spPr>
          <a:xfrm>
            <a:off x="2718434" y="3063240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14B9540-30A3-4058-BABE-F73BF7B91E11}"/>
              </a:ext>
            </a:extLst>
          </p:cNvPr>
          <p:cNvSpPr txBox="1"/>
          <p:nvPr/>
        </p:nvSpPr>
        <p:spPr>
          <a:xfrm>
            <a:off x="2602808" y="3070860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99980DE7-0304-44DF-83D3-11F709CB3AD8}"/>
              </a:ext>
            </a:extLst>
          </p:cNvPr>
          <p:cNvSpPr/>
          <p:nvPr/>
        </p:nvSpPr>
        <p:spPr>
          <a:xfrm rot="8093117">
            <a:off x="7363774" y="257556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3386048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125</TotalTime>
  <Words>291</Words>
  <Application>Microsoft Office PowerPoint</Application>
  <PresentationFormat>Widescreen</PresentationFormat>
  <Paragraphs>26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29" baseType="lpstr">
      <vt:lpstr>Arial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14</cp:revision>
  <dcterms:created xsi:type="dcterms:W3CDTF">2026-10-21T13:01:14Z</dcterms:created>
  <dcterms:modified xsi:type="dcterms:W3CDTF">2026-10-21T15:07:22Z</dcterms:modified>
</cp:coreProperties>
</file>