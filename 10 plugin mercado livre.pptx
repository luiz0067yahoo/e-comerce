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63"/>
  </p:notesMasterIdLst>
  <p:sldIdLst>
    <p:sldId id="284" r:id="rId2"/>
    <p:sldId id="285" r:id="rId3"/>
    <p:sldId id="286" r:id="rId4"/>
    <p:sldId id="287" r:id="rId5"/>
    <p:sldId id="288" r:id="rId6"/>
    <p:sldId id="289" r:id="rId7"/>
    <p:sldId id="291" r:id="rId8"/>
    <p:sldId id="292" r:id="rId9"/>
    <p:sldId id="294" r:id="rId10"/>
    <p:sldId id="293" r:id="rId11"/>
    <p:sldId id="295" r:id="rId12"/>
    <p:sldId id="296" r:id="rId13"/>
    <p:sldId id="297" r:id="rId14"/>
    <p:sldId id="298" r:id="rId15"/>
    <p:sldId id="299" r:id="rId16"/>
    <p:sldId id="305" r:id="rId17"/>
    <p:sldId id="300" r:id="rId18"/>
    <p:sldId id="301" r:id="rId19"/>
    <p:sldId id="303" r:id="rId20"/>
    <p:sldId id="304" r:id="rId21"/>
    <p:sldId id="302" r:id="rId22"/>
    <p:sldId id="306" r:id="rId23"/>
    <p:sldId id="307" r:id="rId24"/>
    <p:sldId id="308" r:id="rId25"/>
    <p:sldId id="309" r:id="rId26"/>
    <p:sldId id="310" r:id="rId27"/>
    <p:sldId id="312" r:id="rId28"/>
    <p:sldId id="313" r:id="rId29"/>
    <p:sldId id="314" r:id="rId30"/>
    <p:sldId id="311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4" r:id="rId40"/>
    <p:sldId id="323" r:id="rId41"/>
    <p:sldId id="328" r:id="rId42"/>
    <p:sldId id="325" r:id="rId43"/>
    <p:sldId id="326" r:id="rId44"/>
    <p:sldId id="329" r:id="rId45"/>
    <p:sldId id="327" r:id="rId46"/>
    <p:sldId id="330" r:id="rId47"/>
    <p:sldId id="331" r:id="rId48"/>
    <p:sldId id="332" r:id="rId49"/>
    <p:sldId id="333" r:id="rId50"/>
    <p:sldId id="334" r:id="rId51"/>
    <p:sldId id="336" r:id="rId52"/>
    <p:sldId id="337" r:id="rId53"/>
    <p:sldId id="338" r:id="rId54"/>
    <p:sldId id="335" r:id="rId55"/>
    <p:sldId id="342" r:id="rId56"/>
    <p:sldId id="339" r:id="rId57"/>
    <p:sldId id="346" r:id="rId58"/>
    <p:sldId id="340" r:id="rId59"/>
    <p:sldId id="343" r:id="rId60"/>
    <p:sldId id="344" r:id="rId61"/>
    <p:sldId id="345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77" d="100"/>
          <a:sy n="77" d="100"/>
        </p:scale>
        <p:origin x="10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21508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60955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21508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6551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85954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35149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67395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84553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41550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7466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50414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28178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66160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99161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324156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40660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120220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934886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70345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660140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630591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06763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392766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458595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482876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461389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147278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643807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148574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403193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20498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610601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440911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860577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465534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240237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973601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90646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771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868490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8409747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86012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942092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544740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031421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6804863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488313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9954804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3814958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3362561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4349145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879112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8072723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4941985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9693104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4930304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850103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6805645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2043107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9087526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91033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68332AA-D15C-44A4-A57A-D8ED0FF61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85" y="0"/>
            <a:ext cx="11227633" cy="6858000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B91174AC-20CE-484A-B5E7-65B93690EBC1}"/>
              </a:ext>
            </a:extLst>
          </p:cNvPr>
          <p:cNvSpPr/>
          <p:nvPr/>
        </p:nvSpPr>
        <p:spPr>
          <a:xfrm rot="5068209">
            <a:off x="1257158" y="1948637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99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D1FD8449-187F-2509-9696-7AB0E32E516B}"/>
              </a:ext>
            </a:extLst>
          </p:cNvPr>
          <p:cNvSpPr/>
          <p:nvPr/>
        </p:nvSpPr>
        <p:spPr>
          <a:xfrm rot="16200000">
            <a:off x="2918570" y="742168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68332AA-D15C-44A4-A57A-D8ED0FF61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34" y="0"/>
            <a:ext cx="11317574" cy="6858000"/>
          </a:xfrm>
          <a:prstGeom prst="rect">
            <a:avLst/>
          </a:prstGeom>
        </p:spPr>
      </p:pic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2711CD29-D402-4A2F-86C6-B44F064FAC1B}"/>
              </a:ext>
            </a:extLst>
          </p:cNvPr>
          <p:cNvSpPr/>
          <p:nvPr/>
        </p:nvSpPr>
        <p:spPr>
          <a:xfrm rot="17681218">
            <a:off x="1797490" y="4044536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45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9ECEC42-C4B1-41B3-8939-B9B413C7D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75" y="0"/>
            <a:ext cx="11002781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7C6FDA0-2C6E-4BA0-955D-78A47352C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059" y="4098397"/>
            <a:ext cx="4606941" cy="2759603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77DE2625-D2DF-418F-BBBE-B4A4BFADC42A}"/>
              </a:ext>
            </a:extLst>
          </p:cNvPr>
          <p:cNvSpPr/>
          <p:nvPr/>
        </p:nvSpPr>
        <p:spPr>
          <a:xfrm>
            <a:off x="2833141" y="1798819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8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ED4AE11-8438-4599-AAA3-CC6716690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23" y="0"/>
            <a:ext cx="11647357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150098EE-1C64-4EDB-9F8B-CA5F712270DF}"/>
              </a:ext>
            </a:extLst>
          </p:cNvPr>
          <p:cNvSpPr/>
          <p:nvPr/>
        </p:nvSpPr>
        <p:spPr>
          <a:xfrm rot="5068209">
            <a:off x="5484384" y="2952977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75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B4DB1BB-F4E3-40B8-8954-3740D9C5C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4" y="0"/>
            <a:ext cx="11122703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150098EE-1C64-4EDB-9F8B-CA5F712270DF}"/>
              </a:ext>
            </a:extLst>
          </p:cNvPr>
          <p:cNvSpPr/>
          <p:nvPr/>
        </p:nvSpPr>
        <p:spPr>
          <a:xfrm rot="5068209">
            <a:off x="4180408" y="2847963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42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B4DB1BB-F4E3-40B8-8954-3740D9C5C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4" y="0"/>
            <a:ext cx="11122703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9EF611E-C244-4636-85A0-CE646057D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059" y="4098397"/>
            <a:ext cx="4606941" cy="2759603"/>
          </a:xfrm>
          <a:prstGeom prst="rect">
            <a:avLst/>
          </a:prstGeom>
        </p:spPr>
      </p:pic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BDC16F2F-6B4D-4C30-BE9B-013268A045FB}"/>
              </a:ext>
            </a:extLst>
          </p:cNvPr>
          <p:cNvSpPr/>
          <p:nvPr/>
        </p:nvSpPr>
        <p:spPr>
          <a:xfrm rot="10800000">
            <a:off x="2833141" y="1798819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22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F8C536C-28A5-4C24-B870-5FDA74DCD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4" y="0"/>
            <a:ext cx="11137693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6E047F36-91F9-4488-B418-52C6D924D933}"/>
              </a:ext>
            </a:extLst>
          </p:cNvPr>
          <p:cNvSpPr/>
          <p:nvPr/>
        </p:nvSpPr>
        <p:spPr>
          <a:xfrm rot="16200000">
            <a:off x="5979229" y="569457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7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36726AC-08B0-449A-9C2E-A1B4157D0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46" y="0"/>
            <a:ext cx="11077731" cy="6858000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9B53F2B3-3C50-4F14-93BD-C0EE09C19A60}"/>
              </a:ext>
            </a:extLst>
          </p:cNvPr>
          <p:cNvSpPr/>
          <p:nvPr/>
        </p:nvSpPr>
        <p:spPr>
          <a:xfrm>
            <a:off x="3841058" y="2488198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9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006F991-76B9-4398-8B38-70810C051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66" y="0"/>
            <a:ext cx="11047750" cy="6858000"/>
          </a:xfrm>
          <a:prstGeom prst="rect">
            <a:avLst/>
          </a:prstGeom>
        </p:spPr>
      </p:pic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3BE08CDF-71CA-4B6A-97E9-605571AEC4EB}"/>
              </a:ext>
            </a:extLst>
          </p:cNvPr>
          <p:cNvSpPr/>
          <p:nvPr/>
        </p:nvSpPr>
        <p:spPr>
          <a:xfrm rot="16200000">
            <a:off x="2561471" y="2338296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90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CF62CDD-2895-486D-913B-9D100535A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F6B2F6C-A1D5-4AC4-9DDC-D7114FA60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059" y="4098397"/>
            <a:ext cx="4606941" cy="2759603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C368483A-E86F-4C1B-8EF6-66348D204ECC}"/>
              </a:ext>
            </a:extLst>
          </p:cNvPr>
          <p:cNvSpPr/>
          <p:nvPr/>
        </p:nvSpPr>
        <p:spPr>
          <a:xfrm>
            <a:off x="2833141" y="1798819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6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A0A9556-7E38-4254-9CAF-FF1B800F9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8054F081-9289-43F1-9695-851B4ACD3747}"/>
              </a:ext>
            </a:extLst>
          </p:cNvPr>
          <p:cNvSpPr/>
          <p:nvPr/>
        </p:nvSpPr>
        <p:spPr>
          <a:xfrm>
            <a:off x="5654867" y="809300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24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99443ED-4B9D-4B0F-96D2-E71A1F870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D25F08B-6867-4F68-8D9A-88DEE8A1D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256" y="1469424"/>
            <a:ext cx="4606941" cy="2759603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AC62AFD7-C9DE-42C0-AF81-353C01EF2546}"/>
              </a:ext>
            </a:extLst>
          </p:cNvPr>
          <p:cNvSpPr/>
          <p:nvPr/>
        </p:nvSpPr>
        <p:spPr>
          <a:xfrm>
            <a:off x="-404427" y="1753848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14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4BF4BB6-378A-4CC1-A68F-29AB0E711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B2DD441-DD33-4DCC-AEC0-905F4659F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059" y="374046"/>
            <a:ext cx="4606941" cy="2759603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EAACE081-7B2D-40B8-A567-A135660469FF}"/>
              </a:ext>
            </a:extLst>
          </p:cNvPr>
          <p:cNvSpPr/>
          <p:nvPr/>
        </p:nvSpPr>
        <p:spPr>
          <a:xfrm>
            <a:off x="-404427" y="1753848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55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BFD3A35-8C61-4725-B3F8-FBF4750DF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8AFE05A-44A3-4350-9A98-C99A77874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604" y="0"/>
            <a:ext cx="4606941" cy="2759603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4B8FEC74-A9CD-4BCD-8100-6CE45AC88361}"/>
              </a:ext>
            </a:extLst>
          </p:cNvPr>
          <p:cNvSpPr/>
          <p:nvPr/>
        </p:nvSpPr>
        <p:spPr>
          <a:xfrm>
            <a:off x="-404427" y="1753848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385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FAF361D-6CAD-4E97-80B5-6129F0D11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50040874-2C0E-4F50-887B-35BDC33C4069}"/>
              </a:ext>
            </a:extLst>
          </p:cNvPr>
          <p:cNvSpPr/>
          <p:nvPr/>
        </p:nvSpPr>
        <p:spPr>
          <a:xfrm>
            <a:off x="3076559" y="2443228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38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FAF361D-6CAD-4E97-80B5-6129F0D11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50040874-2C0E-4F50-887B-35BDC33C4069}"/>
              </a:ext>
            </a:extLst>
          </p:cNvPr>
          <p:cNvSpPr/>
          <p:nvPr/>
        </p:nvSpPr>
        <p:spPr>
          <a:xfrm rot="9597400">
            <a:off x="753084" y="164723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78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D3705C1-6103-40C5-B48B-E6B77A8DC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41224C49-3A5B-4D84-965A-8DBEA133529E}"/>
              </a:ext>
            </a:extLst>
          </p:cNvPr>
          <p:cNvSpPr/>
          <p:nvPr/>
        </p:nvSpPr>
        <p:spPr>
          <a:xfrm rot="16200000">
            <a:off x="2851708" y="2383267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12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E3EE24C-818E-498C-8E49-74091F25F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577869B3-1DDB-407E-B705-62111B99603D}"/>
              </a:ext>
            </a:extLst>
          </p:cNvPr>
          <p:cNvSpPr/>
          <p:nvPr/>
        </p:nvSpPr>
        <p:spPr>
          <a:xfrm rot="14829929">
            <a:off x="2926658" y="2937903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4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C970604-0E1E-40A1-9390-F7643B2FD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C5AD146E-B714-4F2D-9DB8-A0828B8A30AE}"/>
              </a:ext>
            </a:extLst>
          </p:cNvPr>
          <p:cNvSpPr/>
          <p:nvPr/>
        </p:nvSpPr>
        <p:spPr>
          <a:xfrm rot="2900213">
            <a:off x="8023313" y="1199044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98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43BCE6D-D0D5-4337-8A84-7726CBFE6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04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F8812A5-CF6B-4D1D-AED4-A63E39CE1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553ECCA2-EA89-480F-9EF4-F4B738CAB0AC}"/>
              </a:ext>
            </a:extLst>
          </p:cNvPr>
          <p:cNvSpPr/>
          <p:nvPr/>
        </p:nvSpPr>
        <p:spPr>
          <a:xfrm rot="2900213">
            <a:off x="6869069" y="2083464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92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B029334-F986-4262-BC21-F9518DD7D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47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94CAB4C-543E-4B87-9CBD-CE27B7F5D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E1E0BBD8-E0C2-4C2E-9B36-0F954A7CCF91}"/>
              </a:ext>
            </a:extLst>
          </p:cNvPr>
          <p:cNvSpPr/>
          <p:nvPr/>
        </p:nvSpPr>
        <p:spPr>
          <a:xfrm rot="3145098">
            <a:off x="9687220" y="3587189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57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9534AF9-ABBF-42A5-A545-082933678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27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7995317-E3BD-4497-B053-74EF3E53D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CF8D6CD5-F329-4D7B-AF90-CE2CA7B58447}"/>
              </a:ext>
            </a:extLst>
          </p:cNvPr>
          <p:cNvSpPr/>
          <p:nvPr/>
        </p:nvSpPr>
        <p:spPr>
          <a:xfrm rot="3145098">
            <a:off x="3196479" y="2103162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101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018333E-86C5-4399-B990-5B8BF48C7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63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79AAFB9-27EC-4F35-B5C2-DF6F89716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C4E57B48-338D-4742-B652-9938DF378EEA}"/>
              </a:ext>
            </a:extLst>
          </p:cNvPr>
          <p:cNvSpPr/>
          <p:nvPr/>
        </p:nvSpPr>
        <p:spPr>
          <a:xfrm rot="3145098">
            <a:off x="6734157" y="2567858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0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059D9D1-35A0-4258-934D-15934FB0A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59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32EF2D1-E9DE-40E1-9E1C-CF2A75639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D5AAED2A-06AC-461E-8B97-2BCC6962F219}"/>
              </a:ext>
            </a:extLst>
          </p:cNvPr>
          <p:cNvSpPr/>
          <p:nvPr/>
        </p:nvSpPr>
        <p:spPr>
          <a:xfrm rot="3145098">
            <a:off x="3691153" y="3587188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48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60340D9-50B1-4F3D-BC0C-13842E7C4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2DEA09FC-EAF8-4A95-9F06-0686CFE36740}"/>
              </a:ext>
            </a:extLst>
          </p:cNvPr>
          <p:cNvSpPr/>
          <p:nvPr/>
        </p:nvSpPr>
        <p:spPr>
          <a:xfrm rot="5600499">
            <a:off x="9496755" y="2083161"/>
            <a:ext cx="2254942" cy="233842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88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527C443-3A17-4BFC-A44F-35E43D8BC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A7C19F1B-B57A-470E-9FF1-0CDD685BC21E}"/>
              </a:ext>
            </a:extLst>
          </p:cNvPr>
          <p:cNvSpPr/>
          <p:nvPr/>
        </p:nvSpPr>
        <p:spPr>
          <a:xfrm rot="12285955">
            <a:off x="9316872" y="3447266"/>
            <a:ext cx="2254942" cy="233842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92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D67118E-6F23-482D-A4CA-183E24263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31D96CB0-2A6C-4925-9940-72817761A77C}"/>
              </a:ext>
            </a:extLst>
          </p:cNvPr>
          <p:cNvSpPr/>
          <p:nvPr/>
        </p:nvSpPr>
        <p:spPr>
          <a:xfrm rot="3145098">
            <a:off x="3196479" y="2103162"/>
            <a:ext cx="2254942" cy="376979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66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49A5ED6-A8D9-4E78-B631-8A58D79F2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256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F89CBBC-FFE0-4A14-A331-7C38B51A4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82669B3-C0C5-463B-B758-A95A28B91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604" y="0"/>
            <a:ext cx="4606941" cy="2759603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364F64A1-EF60-4CB4-872A-E2EE94B9DA6F}"/>
              </a:ext>
            </a:extLst>
          </p:cNvPr>
          <p:cNvSpPr/>
          <p:nvPr/>
        </p:nvSpPr>
        <p:spPr>
          <a:xfrm>
            <a:off x="299803" y="-1095379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35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944BE43-A550-4A66-BD9E-050B5A128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4A2F1F6F-94CD-4312-925B-38316D0A608A}"/>
              </a:ext>
            </a:extLst>
          </p:cNvPr>
          <p:cNvSpPr/>
          <p:nvPr/>
        </p:nvSpPr>
        <p:spPr>
          <a:xfrm>
            <a:off x="6910465" y="-1521359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42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914B0AF-4C52-4281-9464-BFB85CB12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1C2C46A-F8A1-4EA3-A7AF-E7441EFAE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256" y="1499016"/>
            <a:ext cx="4606941" cy="2759603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F20C67DF-444D-4310-8550-84400ED7102E}"/>
              </a:ext>
            </a:extLst>
          </p:cNvPr>
          <p:cNvSpPr/>
          <p:nvPr/>
        </p:nvSpPr>
        <p:spPr>
          <a:xfrm>
            <a:off x="8455" y="403637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030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D83ABCA-6C9F-45BF-9AEA-CE4DEF75D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E969253E-8A21-452D-BE34-98D6CBAB1C39}"/>
              </a:ext>
            </a:extLst>
          </p:cNvPr>
          <p:cNvSpPr/>
          <p:nvPr/>
        </p:nvSpPr>
        <p:spPr>
          <a:xfrm>
            <a:off x="278278" y="-180980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052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A58D6C0-02E6-4AF6-984C-129B69758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778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A58D6C0-02E6-4AF6-984C-129B69758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2F65B81-31EC-47DA-BD2F-3E06611A8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604" y="0"/>
            <a:ext cx="4606941" cy="2759603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0DC26C6B-3EA7-4C10-B764-C85F4EAA4549}"/>
              </a:ext>
            </a:extLst>
          </p:cNvPr>
          <p:cNvSpPr/>
          <p:nvPr/>
        </p:nvSpPr>
        <p:spPr>
          <a:xfrm>
            <a:off x="3021477" y="1843933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785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A6F7614-FB16-4DF0-A276-2C30DE14D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0E9BCAA7-D508-4144-928E-9FF5F04D55E8}"/>
              </a:ext>
            </a:extLst>
          </p:cNvPr>
          <p:cNvSpPr/>
          <p:nvPr/>
        </p:nvSpPr>
        <p:spPr>
          <a:xfrm>
            <a:off x="368218" y="-674414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759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A6F7614-FB16-4DF0-A276-2C30DE14D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0E9BCAA7-D508-4144-928E-9FF5F04D55E8}"/>
              </a:ext>
            </a:extLst>
          </p:cNvPr>
          <p:cNvSpPr/>
          <p:nvPr/>
        </p:nvSpPr>
        <p:spPr>
          <a:xfrm rot="6950666">
            <a:off x="368218" y="-674414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356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C5A45E7-9373-45C2-A660-1F39EE099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7D30513D-28BD-4376-A1CD-E6CFEA5694FF}"/>
              </a:ext>
            </a:extLst>
          </p:cNvPr>
          <p:cNvSpPr/>
          <p:nvPr/>
        </p:nvSpPr>
        <p:spPr>
          <a:xfrm rot="16531102">
            <a:off x="6136417" y="184314"/>
            <a:ext cx="1499012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D4B32733-AEC8-4FFC-BCF7-3C147C5F80E9}"/>
              </a:ext>
            </a:extLst>
          </p:cNvPr>
          <p:cNvSpPr/>
          <p:nvPr/>
        </p:nvSpPr>
        <p:spPr>
          <a:xfrm rot="16531102">
            <a:off x="6288816" y="2851796"/>
            <a:ext cx="1499012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406D987D-35E0-44DB-8C2B-31DCDD54D3E8}"/>
              </a:ext>
            </a:extLst>
          </p:cNvPr>
          <p:cNvSpPr/>
          <p:nvPr/>
        </p:nvSpPr>
        <p:spPr>
          <a:xfrm rot="16531102">
            <a:off x="6288816" y="1441856"/>
            <a:ext cx="1499012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63DD7DDA-BA25-48F9-A111-CCE844CC60FF}"/>
              </a:ext>
            </a:extLst>
          </p:cNvPr>
          <p:cNvSpPr/>
          <p:nvPr/>
        </p:nvSpPr>
        <p:spPr>
          <a:xfrm rot="16531102">
            <a:off x="6288815" y="4078042"/>
            <a:ext cx="1499012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53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D472A9C-D665-4794-93DC-C50699849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FA77876E-2174-4E8E-9312-D95F24A5202E}"/>
              </a:ext>
            </a:extLst>
          </p:cNvPr>
          <p:cNvSpPr/>
          <p:nvPr/>
        </p:nvSpPr>
        <p:spPr>
          <a:xfrm rot="6950666">
            <a:off x="1252637" y="3507842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837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E32D705-09E1-4F55-B815-87B7E30C1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3472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88AB417-C5F8-4A51-9A66-36BFFD599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353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2255DC6-B5F5-4A1D-B531-FF3D6AB59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998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EC42AF2-674E-46E9-9FD9-0CB8A995B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5065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E97E4B0-B46C-4E6B-9E05-AAA51E02F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8540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B851631-0B7D-40B0-840D-C3447F2AF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313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1647DF7-D5DC-4018-A12A-070F8C673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16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0A968FE-23DC-40B6-B8D2-CA69FF4E6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5D8C8914-0BDE-4AC1-8928-F0BF54662B60}"/>
              </a:ext>
            </a:extLst>
          </p:cNvPr>
          <p:cNvSpPr/>
          <p:nvPr/>
        </p:nvSpPr>
        <p:spPr>
          <a:xfrm>
            <a:off x="263287" y="1619081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166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3118455-2524-4D17-8FB6-A0F12348C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B96874C3-0907-4A70-9D29-4D84D5EDF861}"/>
              </a:ext>
            </a:extLst>
          </p:cNvPr>
          <p:cNvSpPr/>
          <p:nvPr/>
        </p:nvSpPr>
        <p:spPr>
          <a:xfrm rot="12216652">
            <a:off x="5135092" y="2398569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079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B85C973-DB5F-4D32-895D-30FAA9708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916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25427CC-69C3-4585-AFE2-067502F5A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E780065A-D40C-46D0-83BD-7F063AD4B146}"/>
              </a:ext>
            </a:extLst>
          </p:cNvPr>
          <p:cNvSpPr/>
          <p:nvPr/>
        </p:nvSpPr>
        <p:spPr>
          <a:xfrm rot="4262745">
            <a:off x="2931537" y="2848274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764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25427CC-69C3-4585-AFE2-067502F5A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E780065A-D40C-46D0-83BD-7F063AD4B146}"/>
              </a:ext>
            </a:extLst>
          </p:cNvPr>
          <p:cNvSpPr/>
          <p:nvPr/>
        </p:nvSpPr>
        <p:spPr>
          <a:xfrm rot="11860755">
            <a:off x="6259354" y="2398569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485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6A582C8-7B5E-4FAA-8199-72E811C7A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766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6A582C8-7B5E-4FAA-8199-72E811C7A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3815EB4C-1C3B-4C5B-AECE-2912B641A564}"/>
              </a:ext>
            </a:extLst>
          </p:cNvPr>
          <p:cNvSpPr/>
          <p:nvPr/>
        </p:nvSpPr>
        <p:spPr>
          <a:xfrm rot="4838487">
            <a:off x="1372560" y="3428949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024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C40A46C-8B87-4F86-BBDA-B28BFD431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C30B48B-4EEF-40C7-99B4-E94D87ECF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604" y="0"/>
            <a:ext cx="4606941" cy="2759603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60EC5A99-44DE-484C-920D-00F70958D20A}"/>
              </a:ext>
            </a:extLst>
          </p:cNvPr>
          <p:cNvSpPr/>
          <p:nvPr/>
        </p:nvSpPr>
        <p:spPr>
          <a:xfrm>
            <a:off x="209862" y="1907641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672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390B1CE-94B9-4FD8-8E61-1AA2880E4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0A0F9B52-0156-405E-9A78-B862EBC7B384}"/>
              </a:ext>
            </a:extLst>
          </p:cNvPr>
          <p:cNvSpPr/>
          <p:nvPr/>
        </p:nvSpPr>
        <p:spPr>
          <a:xfrm>
            <a:off x="2203554" y="123812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571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60531F4-536F-4538-8894-FF94A5A32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25E8351C-822F-49A2-9FB6-598886164319}"/>
              </a:ext>
            </a:extLst>
          </p:cNvPr>
          <p:cNvSpPr/>
          <p:nvPr/>
        </p:nvSpPr>
        <p:spPr>
          <a:xfrm rot="4533602">
            <a:off x="4719308" y="581012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029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EAA175B-9E41-4DC1-8335-701C9522A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24C91B7A-56EB-4299-8757-FF270C2ED545}"/>
              </a:ext>
            </a:extLst>
          </p:cNvPr>
          <p:cNvSpPr/>
          <p:nvPr/>
        </p:nvSpPr>
        <p:spPr>
          <a:xfrm rot="5400000">
            <a:off x="3995408" y="2752713"/>
            <a:ext cx="4201184" cy="49503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49852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606</TotalTime>
  <Words>1586</Words>
  <Application>Microsoft Office PowerPoint</Application>
  <PresentationFormat>Widescreen</PresentationFormat>
  <Paragraphs>61</Paragraphs>
  <Slides>61</Slides>
  <Notes>61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61</vt:i4>
      </vt:variant>
    </vt:vector>
  </HeadingPairs>
  <TitlesOfParts>
    <vt:vector size="65" baseType="lpstr">
      <vt:lpstr>Aptos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33</cp:revision>
  <dcterms:created xsi:type="dcterms:W3CDTF">2026-10-21T13:01:14Z</dcterms:created>
  <dcterms:modified xsi:type="dcterms:W3CDTF">2026-10-22T16:35:58Z</dcterms:modified>
</cp:coreProperties>
</file>