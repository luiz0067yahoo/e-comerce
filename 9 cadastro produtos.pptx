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87" r:id="rId4"/>
    <p:sldId id="285" r:id="rId5"/>
    <p:sldId id="286" r:id="rId6"/>
    <p:sldId id="288" r:id="rId7"/>
    <p:sldId id="291" r:id="rId8"/>
    <p:sldId id="289" r:id="rId9"/>
    <p:sldId id="290" r:id="rId10"/>
    <p:sldId id="292" r:id="rId11"/>
    <p:sldId id="293" r:id="rId12"/>
    <p:sldId id="28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6" r:id="rId25"/>
    <p:sldId id="307" r:id="rId26"/>
    <p:sldId id="308" r:id="rId27"/>
    <p:sldId id="305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48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11 - SLIDE 1]</a:t>
            </a:r>
          </a:p>
          <a:p>
            <a:r>
              <a:t>Abertura do Modulo 11: Cadastro e Gestao de Produtos no WooCommerce. Apresentar os objetivos da aula: aprender a cadastrar produtos simples e variaveis, estoque, dimensoes e otimizacao para vendas.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516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815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2932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944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1501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0669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3591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9070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8619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9643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8446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4198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62867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5783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24748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5177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5824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48746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51088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09284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11585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90240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26888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458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1279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6285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17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093416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60176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6772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32729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7527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9956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54664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80299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29043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99670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284153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5803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11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2220A7-05FA-A4D1-8D6D-36406053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7" y="0"/>
            <a:ext cx="11273426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451952DB-98DB-C778-AC70-5583A67AADDA}"/>
              </a:ext>
            </a:extLst>
          </p:cNvPr>
          <p:cNvSpPr/>
          <p:nvPr/>
        </p:nvSpPr>
        <p:spPr>
          <a:xfrm rot="10572370">
            <a:off x="2141957" y="130583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0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2220A7-05FA-A4D1-8D6D-36406053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7" y="0"/>
            <a:ext cx="11273426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451952DB-98DB-C778-AC70-5583A67AADDA}"/>
              </a:ext>
            </a:extLst>
          </p:cNvPr>
          <p:cNvSpPr/>
          <p:nvPr/>
        </p:nvSpPr>
        <p:spPr>
          <a:xfrm rot="10572370">
            <a:off x="1653442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951684-ECBC-339C-EF2C-4D441F0D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7" y="0"/>
            <a:ext cx="11361108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F9E32E62-D926-D23A-943D-0E0574E3777A}"/>
              </a:ext>
            </a:extLst>
          </p:cNvPr>
          <p:cNvSpPr/>
          <p:nvPr/>
        </p:nvSpPr>
        <p:spPr>
          <a:xfrm rot="10572370">
            <a:off x="6025026" y="348331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6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264EFB-F445-AD6F-FC4A-CC2F82CE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671512"/>
            <a:ext cx="9620250" cy="5514975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9815F116-84E8-60F3-E13E-D4C35B802EE2}"/>
              </a:ext>
            </a:extLst>
          </p:cNvPr>
          <p:cNvSpPr/>
          <p:nvPr/>
        </p:nvSpPr>
        <p:spPr>
          <a:xfrm rot="5400000">
            <a:off x="7540677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3A8C8102-5700-0143-6457-CB1C9D3D19E7}"/>
              </a:ext>
            </a:extLst>
          </p:cNvPr>
          <p:cNvSpPr/>
          <p:nvPr/>
        </p:nvSpPr>
        <p:spPr>
          <a:xfrm rot="2700000">
            <a:off x="9341815" y="388776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6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A8A817-579B-ABB0-A35E-FDCEEA67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9" y="0"/>
            <a:ext cx="1113564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26ABD97-4F0D-E008-C9D0-7963DE5B7CBB}"/>
              </a:ext>
            </a:extLst>
          </p:cNvPr>
          <p:cNvSpPr/>
          <p:nvPr/>
        </p:nvSpPr>
        <p:spPr>
          <a:xfrm rot="18900000">
            <a:off x="9078769" y="455163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8BB43F5-0DF7-8518-6651-84BE90D34ACE}"/>
              </a:ext>
            </a:extLst>
          </p:cNvPr>
          <p:cNvSpPr/>
          <p:nvPr/>
        </p:nvSpPr>
        <p:spPr>
          <a:xfrm rot="17100000">
            <a:off x="8131485" y="240969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3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A8A817-579B-ABB0-A35E-FDCEEA67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9" y="0"/>
            <a:ext cx="1113564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8BB43F5-0DF7-8518-6651-84BE90D34ACE}"/>
              </a:ext>
            </a:extLst>
          </p:cNvPr>
          <p:cNvSpPr/>
          <p:nvPr/>
        </p:nvSpPr>
        <p:spPr>
          <a:xfrm rot="17100000">
            <a:off x="8131485" y="240969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19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7FC6F3-C64C-EE20-F0B2-BD2744A9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32" y="0"/>
            <a:ext cx="10922697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6AD96FA3-B57C-339C-E258-CFCC7B36F57D}"/>
              </a:ext>
            </a:extLst>
          </p:cNvPr>
          <p:cNvSpPr/>
          <p:nvPr/>
        </p:nvSpPr>
        <p:spPr>
          <a:xfrm rot="17100000">
            <a:off x="7217085" y="307357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2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005042-0C88-D143-78EA-8B216AAB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66" y="0"/>
            <a:ext cx="11085535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D1F59B72-F4CB-C45E-F3EF-0651F114E629}"/>
              </a:ext>
            </a:extLst>
          </p:cNvPr>
          <p:cNvSpPr/>
          <p:nvPr/>
        </p:nvSpPr>
        <p:spPr>
          <a:xfrm rot="5400000">
            <a:off x="2129433" y="917532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8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ED7BBCA-D6A0-46E8-92CC-C44CED718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27" y="0"/>
            <a:ext cx="1106048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92952A47-F779-470A-3442-7D833C44C71C}"/>
              </a:ext>
            </a:extLst>
          </p:cNvPr>
          <p:cNvSpPr/>
          <p:nvPr/>
        </p:nvSpPr>
        <p:spPr>
          <a:xfrm rot="17100000">
            <a:off x="8004140" y="492586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9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8B9C2F-4AED-0900-6C40-EB1E134F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36" y="0"/>
            <a:ext cx="10784909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5C18FFE1-90F2-E787-76A2-8DB791411C34}"/>
              </a:ext>
            </a:extLst>
          </p:cNvPr>
          <p:cNvSpPr/>
          <p:nvPr/>
        </p:nvSpPr>
        <p:spPr>
          <a:xfrm rot="17100000">
            <a:off x="7515624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4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06813C-3A2B-7843-CC43-F7DFD6C1C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84" y="0"/>
            <a:ext cx="10847539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22B4E9A1-C9B3-9BEB-7238-D5F4451A791C}"/>
              </a:ext>
            </a:extLst>
          </p:cNvPr>
          <p:cNvSpPr/>
          <p:nvPr/>
        </p:nvSpPr>
        <p:spPr>
          <a:xfrm rot="5400000">
            <a:off x="1966595" y="-385175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8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CF7763-B0FA-3471-8887-BA7E7CC73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7" y="0"/>
            <a:ext cx="11160692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FE9AC6F3-9AF3-E331-1FD5-2304DB39F2FC}"/>
              </a:ext>
            </a:extLst>
          </p:cNvPr>
          <p:cNvSpPr/>
          <p:nvPr/>
        </p:nvSpPr>
        <p:spPr>
          <a:xfrm rot="5400000">
            <a:off x="7089743" y="2170134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8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E3E582-B807-B5BA-0965-018A50769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4" y="0"/>
            <a:ext cx="11427031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E7A168A-27A6-B70D-6FD3-73B509E49BD8}"/>
              </a:ext>
            </a:extLst>
          </p:cNvPr>
          <p:cNvSpPr/>
          <p:nvPr/>
        </p:nvSpPr>
        <p:spPr>
          <a:xfrm rot="17100000">
            <a:off x="8016666" y="512627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5C445AE-C0A8-47F6-657D-4460BC73E7E9}"/>
              </a:ext>
            </a:extLst>
          </p:cNvPr>
          <p:cNvSpPr/>
          <p:nvPr/>
        </p:nvSpPr>
        <p:spPr>
          <a:xfrm rot="17100000">
            <a:off x="2229641" y="151878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24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402051-C1E6-8CC6-7199-0E8C60639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70" y="0"/>
            <a:ext cx="10672175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3DBC0253-89DD-1F46-836C-F5E7340478C6}"/>
              </a:ext>
            </a:extLst>
          </p:cNvPr>
          <p:cNvSpPr/>
          <p:nvPr/>
        </p:nvSpPr>
        <p:spPr>
          <a:xfrm rot="17100000">
            <a:off x="8217082" y="490081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2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2E446D-0238-98F7-96A1-A884BD114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15" y="0"/>
            <a:ext cx="11185744" cy="6858000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CE5AB75D-3CB1-BCFB-9A8B-B3352C316558}"/>
              </a:ext>
            </a:extLst>
          </p:cNvPr>
          <p:cNvSpPr/>
          <p:nvPr/>
        </p:nvSpPr>
        <p:spPr>
          <a:xfrm rot="17100000">
            <a:off x="8465187" y="498849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72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A99D3D2-F186-5DF6-BACB-7D72AAC39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45" y="0"/>
            <a:ext cx="1124837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9BDC2844-AA6A-4DF7-3BB3-1C08E06D1A3E}"/>
              </a:ext>
            </a:extLst>
          </p:cNvPr>
          <p:cNvSpPr/>
          <p:nvPr/>
        </p:nvSpPr>
        <p:spPr>
          <a:xfrm rot="17100000">
            <a:off x="7638471" y="158141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0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F88E1F-DCE8-2109-B605-B69E7232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14" y="0"/>
            <a:ext cx="10835013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09BD0CF2-AF0F-1F08-5CA2-E91C2D474754}"/>
              </a:ext>
            </a:extLst>
          </p:cNvPr>
          <p:cNvSpPr/>
          <p:nvPr/>
        </p:nvSpPr>
        <p:spPr>
          <a:xfrm rot="17100000">
            <a:off x="7713627" y="218266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45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CAFC4F-6524-7E03-0CED-C62672C84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7" y="0"/>
            <a:ext cx="1151142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4AFF69C-C9B7-AE2F-8951-AA7DD52DC00D}"/>
              </a:ext>
            </a:extLst>
          </p:cNvPr>
          <p:cNvSpPr/>
          <p:nvPr/>
        </p:nvSpPr>
        <p:spPr>
          <a:xfrm rot="17100000">
            <a:off x="8164563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235CE6B7-F0A2-D80D-AE2A-884DF85C1BD8}"/>
              </a:ext>
            </a:extLst>
          </p:cNvPr>
          <p:cNvSpPr/>
          <p:nvPr/>
        </p:nvSpPr>
        <p:spPr>
          <a:xfrm rot="17100000">
            <a:off x="8039304" y="59185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0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41539A-28C4-2479-4DA3-8C3DA6DE7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03" y="0"/>
            <a:ext cx="1149889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6B3E6D9-0B3D-D84E-1787-B89A4E030AD0}"/>
              </a:ext>
            </a:extLst>
          </p:cNvPr>
          <p:cNvSpPr/>
          <p:nvPr/>
        </p:nvSpPr>
        <p:spPr>
          <a:xfrm rot="17100000">
            <a:off x="7776255" y="411166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0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709A5A-9637-3D51-BF9C-2C38ABECA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3" y="0"/>
            <a:ext cx="11235848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7BD54CC-917A-44EE-C325-A7324B513181}"/>
              </a:ext>
            </a:extLst>
          </p:cNvPr>
          <p:cNvSpPr/>
          <p:nvPr/>
        </p:nvSpPr>
        <p:spPr>
          <a:xfrm rot="21048879">
            <a:off x="10061636" y="176930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3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D83137-1EC9-CE16-B61D-2FBDAD7C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89" y="0"/>
            <a:ext cx="111982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49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D57905-4CD0-72B4-5FC0-191978FF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10" y="0"/>
            <a:ext cx="11198269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DDA67793-15EB-F8AA-6CD9-52B924BFE394}"/>
              </a:ext>
            </a:extLst>
          </p:cNvPr>
          <p:cNvSpPr/>
          <p:nvPr/>
        </p:nvSpPr>
        <p:spPr>
          <a:xfrm rot="21048879">
            <a:off x="8783980" y="3551592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51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6F6287-DA25-1BE5-D7DC-586B73E83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11" y="0"/>
            <a:ext cx="11336056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ACDC7C4-69AB-E9FD-9B59-09540C492E39}"/>
              </a:ext>
            </a:extLst>
          </p:cNvPr>
          <p:cNvSpPr/>
          <p:nvPr/>
        </p:nvSpPr>
        <p:spPr>
          <a:xfrm rot="21048879">
            <a:off x="8633667" y="261214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7361A6C6-95AF-86E7-F279-8CF832F84420}"/>
              </a:ext>
            </a:extLst>
          </p:cNvPr>
          <p:cNvSpPr/>
          <p:nvPr/>
        </p:nvSpPr>
        <p:spPr>
          <a:xfrm rot="16461665">
            <a:off x="7696509" y="479588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52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B9881F-A1C1-62D4-083C-4CDB6A790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9" y="0"/>
            <a:ext cx="11423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62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F0B6989-DE15-3AB5-F19F-C584917F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60" y="109167"/>
            <a:ext cx="10246291" cy="6639666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91E7000E-0841-FA22-FB54-FC18B168F850}"/>
              </a:ext>
            </a:extLst>
          </p:cNvPr>
          <p:cNvSpPr/>
          <p:nvPr/>
        </p:nvSpPr>
        <p:spPr>
          <a:xfrm rot="8612249">
            <a:off x="2022219" y="59966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66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EF3CA11-1C5E-D18E-5157-CA91012A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80" y="109167"/>
            <a:ext cx="10910170" cy="6639666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931F928-211B-59BE-82C9-1D38A4B9171A}"/>
              </a:ext>
            </a:extLst>
          </p:cNvPr>
          <p:cNvSpPr/>
          <p:nvPr/>
        </p:nvSpPr>
        <p:spPr>
          <a:xfrm rot="16461665">
            <a:off x="2473155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42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3045EB-F4E7-AFD1-08E5-2435981FB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52" y="109167"/>
            <a:ext cx="10897645" cy="6639666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616D82F-ED85-0CC3-4BA0-D1D1CAE03BFC}"/>
              </a:ext>
            </a:extLst>
          </p:cNvPr>
          <p:cNvSpPr/>
          <p:nvPr/>
        </p:nvSpPr>
        <p:spPr>
          <a:xfrm rot="16461665">
            <a:off x="7295676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21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3A93F5-C20D-A590-E73F-8D7E7DB55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7" y="0"/>
            <a:ext cx="11098061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94CB138-8D7D-0813-9021-D5ACE851D604}"/>
              </a:ext>
            </a:extLst>
          </p:cNvPr>
          <p:cNvSpPr/>
          <p:nvPr/>
        </p:nvSpPr>
        <p:spPr>
          <a:xfrm rot="16461665">
            <a:off x="2210110" y="203234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80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939D0B-8F0C-ECF1-1BB4-91C5DF39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40" y="109167"/>
            <a:ext cx="10609545" cy="6639666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54F6A8D-4E02-4F4A-8C89-295E0BE2168A}"/>
              </a:ext>
            </a:extLst>
          </p:cNvPr>
          <p:cNvSpPr/>
          <p:nvPr/>
        </p:nvSpPr>
        <p:spPr>
          <a:xfrm rot="16461665">
            <a:off x="7270625" y="429016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11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8A533ED-A8AA-6FA6-EE29-0A8AD1245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2" y="0"/>
            <a:ext cx="10221238" cy="623796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262F353-33CC-DFB4-8244-F2B77A537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63" b="32311"/>
          <a:stretch/>
        </p:blipFill>
        <p:spPr>
          <a:xfrm>
            <a:off x="1864261" y="3106455"/>
            <a:ext cx="6414959" cy="2530257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2A4A75B-9FB2-2F96-6571-0D249DA4D525}"/>
              </a:ext>
            </a:extLst>
          </p:cNvPr>
          <p:cNvSpPr/>
          <p:nvPr/>
        </p:nvSpPr>
        <p:spPr>
          <a:xfrm rot="16461665">
            <a:off x="599134" y="220771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97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2DC58B-E56E-C133-BA58-77839E715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764" y="0"/>
            <a:ext cx="9958192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D53E31FF-4BF6-389E-32A9-FB476F984054}"/>
              </a:ext>
            </a:extLst>
          </p:cNvPr>
          <p:cNvSpPr/>
          <p:nvPr/>
        </p:nvSpPr>
        <p:spPr>
          <a:xfrm rot="5718122">
            <a:off x="6944948" y="1349964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28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E0847A-46E2-6FD8-CFB2-8CE124562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2" y="0"/>
            <a:ext cx="10759857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5D01B880-C9C4-FCEF-825E-D602BAF2BC7F}"/>
              </a:ext>
            </a:extLst>
          </p:cNvPr>
          <p:cNvSpPr/>
          <p:nvPr/>
        </p:nvSpPr>
        <p:spPr>
          <a:xfrm rot="5718122">
            <a:off x="5592137" y="195121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E901EBF6-965C-E1CE-BC26-0C8C93CF0DA4}"/>
              </a:ext>
            </a:extLst>
          </p:cNvPr>
          <p:cNvSpPr/>
          <p:nvPr/>
        </p:nvSpPr>
        <p:spPr>
          <a:xfrm rot="17892221">
            <a:off x="2698625" y="173827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A2066FA0-F131-6067-A4AB-4160C665AB95}"/>
              </a:ext>
            </a:extLst>
          </p:cNvPr>
          <p:cNvSpPr/>
          <p:nvPr/>
        </p:nvSpPr>
        <p:spPr>
          <a:xfrm rot="5718122">
            <a:off x="5968579" y="356707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19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F53100A-177C-E010-49F1-7D6034122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8" y="0"/>
            <a:ext cx="10747333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1D6D346-2E5B-1F2E-372C-D270C30B7B46}"/>
              </a:ext>
            </a:extLst>
          </p:cNvPr>
          <p:cNvSpPr/>
          <p:nvPr/>
        </p:nvSpPr>
        <p:spPr>
          <a:xfrm rot="5718122">
            <a:off x="2798833" y="158795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57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30CD97-B8C5-2AE1-1882-64519D10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783" y="1095049"/>
            <a:ext cx="8116433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81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8CE29A-F127-2213-48A2-5332EF786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0" y="0"/>
            <a:ext cx="11110587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F7C8D1B-8B6D-E6D7-58E4-C46036629CDE}"/>
              </a:ext>
            </a:extLst>
          </p:cNvPr>
          <p:cNvSpPr/>
          <p:nvPr/>
        </p:nvSpPr>
        <p:spPr>
          <a:xfrm rot="5718122">
            <a:off x="2748729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98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A4EB5F-C6AB-CD6F-EB3B-AAF17265E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0" y="0"/>
            <a:ext cx="10860067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AEE6E542-48FB-BF2C-9091-D6099EFE1A28}"/>
              </a:ext>
            </a:extLst>
          </p:cNvPr>
          <p:cNvSpPr/>
          <p:nvPr/>
        </p:nvSpPr>
        <p:spPr>
          <a:xfrm rot="11021836">
            <a:off x="1370866" y="366073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D04CC5A-DC09-AC86-C2E7-54D29EB1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22" y="0"/>
            <a:ext cx="11035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72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2BAD5C-5DC9-8902-DFE9-63BAAAAD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0"/>
            <a:ext cx="1124837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A520A55-8627-4A32-A67A-53D0F920DE51}"/>
              </a:ext>
            </a:extLst>
          </p:cNvPr>
          <p:cNvSpPr/>
          <p:nvPr/>
        </p:nvSpPr>
        <p:spPr>
          <a:xfrm rot="16773252">
            <a:off x="8996738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8B83E5-342F-9794-B90F-852B630E1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6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1059</Words>
  <Application>Microsoft Office PowerPoint</Application>
  <PresentationFormat>Widescreen</PresentationFormat>
  <Paragraphs>41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Fernando Brogliatto Ferreira</cp:lastModifiedBy>
  <cp:revision>4</cp:revision>
  <dcterms:created xsi:type="dcterms:W3CDTF">2013-01-27T09:14:16Z</dcterms:created>
  <dcterms:modified xsi:type="dcterms:W3CDTF">2026-10-22T16:37:03Z</dcterms:modified>
  <cp:category/>
</cp:coreProperties>
</file>