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256" r:id="rId2"/>
    <p:sldId id="284" r:id="rId3"/>
    <p:sldId id="287" r:id="rId4"/>
    <p:sldId id="285" r:id="rId5"/>
    <p:sldId id="286" r:id="rId6"/>
    <p:sldId id="288" r:id="rId7"/>
    <p:sldId id="291" r:id="rId8"/>
    <p:sldId id="289" r:id="rId9"/>
    <p:sldId id="290" r:id="rId10"/>
    <p:sldId id="292" r:id="rId11"/>
    <p:sldId id="293" r:id="rId12"/>
    <p:sldId id="283" r:id="rId13"/>
    <p:sldId id="294" r:id="rId14"/>
    <p:sldId id="295" r:id="rId15"/>
    <p:sldId id="296" r:id="rId16"/>
    <p:sldId id="297" r:id="rId17"/>
    <p:sldId id="298" r:id="rId18"/>
    <p:sldId id="299" r:id="rId19"/>
    <p:sldId id="300" r:id="rId20"/>
    <p:sldId id="301" r:id="rId21"/>
    <p:sldId id="302" r:id="rId22"/>
    <p:sldId id="303" r:id="rId23"/>
    <p:sldId id="304" r:id="rId24"/>
    <p:sldId id="306" r:id="rId25"/>
    <p:sldId id="307" r:id="rId26"/>
    <p:sldId id="308" r:id="rId27"/>
    <p:sldId id="305" r:id="rId28"/>
    <p:sldId id="309" r:id="rId29"/>
    <p:sldId id="310" r:id="rId30"/>
    <p:sldId id="311" r:id="rId31"/>
    <p:sldId id="312" r:id="rId32"/>
    <p:sldId id="313" r:id="rId33"/>
    <p:sldId id="314" r:id="rId34"/>
    <p:sldId id="315" r:id="rId35"/>
    <p:sldId id="316" r:id="rId36"/>
    <p:sldId id="317" r:id="rId37"/>
    <p:sldId id="318" r:id="rId38"/>
    <p:sldId id="319" r:id="rId39"/>
    <p:sldId id="320" r:id="rId40"/>
    <p:sldId id="321" r:id="rId41"/>
    <p:sldId id="257" r:id="rId42"/>
    <p:sldId id="258" r:id="rId43"/>
    <p:sldId id="259" r:id="rId44"/>
    <p:sldId id="260" r:id="rId45"/>
    <p:sldId id="261" r:id="rId46"/>
    <p:sldId id="262" r:id="rId47"/>
    <p:sldId id="263" r:id="rId48"/>
    <p:sldId id="264" r:id="rId49"/>
    <p:sldId id="265" r:id="rId50"/>
    <p:sldId id="266" r:id="rId51"/>
    <p:sldId id="267" r:id="rId52"/>
    <p:sldId id="268" r:id="rId53"/>
    <p:sldId id="269" r:id="rId54"/>
    <p:sldId id="270" r:id="rId5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86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8486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1]</a:t>
            </a:r>
          </a:p>
          <a:p>
            <a:r>
              <a:t>Abertura do Modulo 11: Cadastro e Gestao de Produtos no WooCommerce. Apresentar os objetivos da aula: aprender a cadastrar produtos simples e variaveis, estoque, dimensoes e otimizacao para vendas.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75162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58154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729325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994425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315016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066991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235914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190702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8619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596436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84462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041987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628670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257835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247489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15177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58248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487464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510881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092840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115858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902405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726888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1145896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812791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362859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417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0934169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960176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6667720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1327295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775273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995613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546645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802994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1290431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996706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2841532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8580310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2]</a:t>
            </a:r>
          </a:p>
          <a:p>
            <a:r>
              <a:t>Anatomia da Pagina de Produto: Explicar aos alunos os 6 elementos essenciais que aumentam a taxa de conversao (titulo, fotos, ancoragem de preco, parcelamento, CTA e selos de confianca).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3]</a:t>
            </a:r>
          </a:p>
          <a:p>
            <a:r>
              <a:t>Os 4 Tipos de Produtos: Detalhar Produto Simples (item unico), Produto Variavel (opcoes de tamanho/cor), Produto Agrupado (kits) e Produto Externo/Afiliado.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4]</a:t>
            </a:r>
          </a:p>
          <a:p>
            <a:r>
              <a:t>Interface de Cadastro: Navegar pelo painel WordPress &gt; Produtos &gt; Adicionar Novo e apresentar a estrutura de campos.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5]</a:t>
            </a:r>
          </a:p>
          <a:p>
            <a:r>
              <a:t>Descricao Curta x Descricao Longa: Ensinar onde cada texto aparece na loja e quais informacoes colocar em cada um para maximizar conversoes e SEO.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6]</a:t>
            </a:r>
          </a:p>
          <a:p>
            <a:r>
              <a:t>Dados do Produto: Geral: Ensinar a configurar Preco Normal, Preco Promocional e o agendamento automatico de promocoes para datas comemorativas.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7]</a:t>
            </a:r>
          </a:p>
          <a:p>
            <a:r>
              <a:t>Dados do Produto: Inventario: Ensinar o conceito de SKU, controle de estoque em nivel de produto e alertas de estoque baixo.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8]</a:t>
            </a:r>
          </a:p>
          <a:p>
            <a:r>
              <a:t>Dados do Produto: Entrega: Relembrar a regra de ouro das dimensoes de embalagem e explicar produtos virtuais e baixaveis (digitais).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9]</a:t>
            </a:r>
          </a:p>
          <a:p>
            <a:r>
              <a:t>Atributos Globais: Demonstrar a criacao de atributos de Tamanho, Cor e Voltagem em Produtos &gt; Atributos.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10]</a:t>
            </a:r>
          </a:p>
          <a:p>
            <a:r>
              <a:t>Geracao de Variacoes: Mostrar como vincular atributos e alertar sobre o erro classico de esquecer de colocar preco nas variacoes.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11]</a:t>
            </a:r>
          </a:p>
          <a:p>
            <a:r>
              <a:t>Fotografia e Imagens: Explicar padroes profissionais de fotos (1000x1000px, WebP, fundo neutro, fotos de angulos variados e Alt Text).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12]</a:t>
            </a:r>
          </a:p>
          <a:p>
            <a:r>
              <a:t>Categorias e Tags: Ensinar a montar a arvore mercadologica da loja para navegacao facil e breadcrumbs.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13]</a:t>
            </a:r>
          </a:p>
          <a:p>
            <a:r>
              <a:t>SEO para Produtos: Ensinar a configurar URL amigavel, Meta Title e Meta Description para atrair clientes do Google organicamente.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14]</a:t>
            </a:r>
          </a:p>
          <a:p>
            <a:r>
              <a:t>Publicacao e Status: Ensinar o uso de Rascunho, Pre-visualizacao, Produto em Destaque e verificacoes antes de colocar no 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[AULA E-COMMERCE - MODULO 11 - SLIDE 15]</a:t>
            </a:r>
          </a:p>
          <a:p>
            <a:r>
              <a:t>Checklist Final: Revisao dos 8 pontos de qualidade para garantir que cada produto cadastrado seja uma maquina de vendas.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72220A7-05FA-A4D1-8D6D-36406053A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37" y="0"/>
            <a:ext cx="11273426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451952DB-98DB-C778-AC70-5583A67AADDA}"/>
              </a:ext>
            </a:extLst>
          </p:cNvPr>
          <p:cNvSpPr/>
          <p:nvPr/>
        </p:nvSpPr>
        <p:spPr>
          <a:xfrm rot="10572370">
            <a:off x="2141957" y="1305839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606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72220A7-05FA-A4D1-8D6D-36406053A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37" y="0"/>
            <a:ext cx="11273426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451952DB-98DB-C778-AC70-5583A67AADDA}"/>
              </a:ext>
            </a:extLst>
          </p:cNvPr>
          <p:cNvSpPr/>
          <p:nvPr/>
        </p:nvSpPr>
        <p:spPr>
          <a:xfrm rot="10572370">
            <a:off x="1653442" y="230792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57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E951684-ECBC-339C-EF2C-4D441F0D2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37" y="0"/>
            <a:ext cx="11361108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F9E32E62-D926-D23A-943D-0E0574E3777A}"/>
              </a:ext>
            </a:extLst>
          </p:cNvPr>
          <p:cNvSpPr/>
          <p:nvPr/>
        </p:nvSpPr>
        <p:spPr>
          <a:xfrm rot="10572370">
            <a:off x="6025026" y="3483317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660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4264EFB-F445-AD6F-FC4A-CC2F82CEB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875" y="671512"/>
            <a:ext cx="9620250" cy="5514975"/>
          </a:xfrm>
          <a:prstGeom prst="rect">
            <a:avLst/>
          </a:prstGeom>
        </p:spPr>
      </p:pic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9815F116-84E8-60F3-E13E-D4C35B802EE2}"/>
              </a:ext>
            </a:extLst>
          </p:cNvPr>
          <p:cNvSpPr/>
          <p:nvPr/>
        </p:nvSpPr>
        <p:spPr>
          <a:xfrm rot="5400000">
            <a:off x="7540677" y="230792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eta: para Baixo 7">
            <a:extLst>
              <a:ext uri="{FF2B5EF4-FFF2-40B4-BE49-F238E27FC236}">
                <a16:creationId xmlns:a16="http://schemas.microsoft.com/office/drawing/2014/main" id="{3A8C8102-5700-0143-6457-CB1C9D3D19E7}"/>
              </a:ext>
            </a:extLst>
          </p:cNvPr>
          <p:cNvSpPr/>
          <p:nvPr/>
        </p:nvSpPr>
        <p:spPr>
          <a:xfrm rot="2700000">
            <a:off x="9341815" y="388776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868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1A8A817-579B-ABB0-A35E-FDCEEA6761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49" y="0"/>
            <a:ext cx="11135640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E26ABD97-4F0D-E008-C9D0-7963DE5B7CBB}"/>
              </a:ext>
            </a:extLst>
          </p:cNvPr>
          <p:cNvSpPr/>
          <p:nvPr/>
        </p:nvSpPr>
        <p:spPr>
          <a:xfrm rot="18900000">
            <a:off x="9078769" y="4551639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E8BB43F5-0DF7-8518-6651-84BE90D34ACE}"/>
              </a:ext>
            </a:extLst>
          </p:cNvPr>
          <p:cNvSpPr/>
          <p:nvPr/>
        </p:nvSpPr>
        <p:spPr>
          <a:xfrm rot="17100000">
            <a:off x="8131485" y="240969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3307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1A8A817-579B-ABB0-A35E-FDCEEA6761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49" y="0"/>
            <a:ext cx="11135640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E8BB43F5-0DF7-8518-6651-84BE90D34ACE}"/>
              </a:ext>
            </a:extLst>
          </p:cNvPr>
          <p:cNvSpPr/>
          <p:nvPr/>
        </p:nvSpPr>
        <p:spPr>
          <a:xfrm rot="17100000">
            <a:off x="8131485" y="240969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519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07FC6F3-C64C-EE20-F0B2-BD2744A934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32" y="0"/>
            <a:ext cx="10922697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6AD96FA3-B57C-339C-E258-CFCC7B36F57D}"/>
              </a:ext>
            </a:extLst>
          </p:cNvPr>
          <p:cNvSpPr/>
          <p:nvPr/>
        </p:nvSpPr>
        <p:spPr>
          <a:xfrm rot="17100000">
            <a:off x="7217085" y="307357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428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E005042-0C88-D143-78EA-8B216AABA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66" y="0"/>
            <a:ext cx="11085535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D1F59B72-F4CB-C45E-F3EF-0651F114E629}"/>
              </a:ext>
            </a:extLst>
          </p:cNvPr>
          <p:cNvSpPr/>
          <p:nvPr/>
        </p:nvSpPr>
        <p:spPr>
          <a:xfrm rot="5400000">
            <a:off x="2129433" y="917532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4849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ED7BBCA-D6A0-46E8-92CC-C44CED718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27" y="0"/>
            <a:ext cx="11060484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92952A47-F779-470A-3442-7D833C44C71C}"/>
              </a:ext>
            </a:extLst>
          </p:cNvPr>
          <p:cNvSpPr/>
          <p:nvPr/>
        </p:nvSpPr>
        <p:spPr>
          <a:xfrm rot="17100000">
            <a:off x="8004140" y="4925861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796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68B9C2F-4AED-0900-6C40-EB1E134FE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036" y="0"/>
            <a:ext cx="10784909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5C18FFE1-90F2-E787-76A2-8DB791411C34}"/>
              </a:ext>
            </a:extLst>
          </p:cNvPr>
          <p:cNvSpPr/>
          <p:nvPr/>
        </p:nvSpPr>
        <p:spPr>
          <a:xfrm rot="17100000">
            <a:off x="7515624" y="230792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045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206813C-3A2B-7843-CC43-F7DFD6C1C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984" y="0"/>
            <a:ext cx="10847539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22B4E9A1-C9B3-9BEB-7238-D5F4451A791C}"/>
              </a:ext>
            </a:extLst>
          </p:cNvPr>
          <p:cNvSpPr/>
          <p:nvPr/>
        </p:nvSpPr>
        <p:spPr>
          <a:xfrm rot="5400000">
            <a:off x="1966595" y="-385175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4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ECF7763-B0FA-3471-8887-BA7E7CC73D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97" y="0"/>
            <a:ext cx="11160692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FE9AC6F3-9AF3-E331-1FD5-2304DB39F2FC}"/>
              </a:ext>
            </a:extLst>
          </p:cNvPr>
          <p:cNvSpPr/>
          <p:nvPr/>
        </p:nvSpPr>
        <p:spPr>
          <a:xfrm rot="5400000">
            <a:off x="7089743" y="2170134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0867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1E3E582-B807-B5BA-0965-018A507698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484" y="0"/>
            <a:ext cx="11427031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CE7A168A-27A6-B70D-6FD3-73B509E49BD8}"/>
              </a:ext>
            </a:extLst>
          </p:cNvPr>
          <p:cNvSpPr/>
          <p:nvPr/>
        </p:nvSpPr>
        <p:spPr>
          <a:xfrm rot="17100000">
            <a:off x="8016666" y="5126278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05C445AE-C0A8-47F6-657D-4460BC73E7E9}"/>
              </a:ext>
            </a:extLst>
          </p:cNvPr>
          <p:cNvSpPr/>
          <p:nvPr/>
        </p:nvSpPr>
        <p:spPr>
          <a:xfrm rot="17100000">
            <a:off x="2229641" y="1518781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224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E402051-C1E6-8CC6-7199-0E8C606393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770" y="0"/>
            <a:ext cx="10672175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3DBC0253-89DD-1F46-836C-F5E7340478C6}"/>
              </a:ext>
            </a:extLst>
          </p:cNvPr>
          <p:cNvSpPr/>
          <p:nvPr/>
        </p:nvSpPr>
        <p:spPr>
          <a:xfrm rot="17100000">
            <a:off x="8217082" y="490081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629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62E446D-0238-98F7-96A1-A884BD114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515" y="0"/>
            <a:ext cx="11185744" cy="6858000"/>
          </a:xfrm>
          <a:prstGeom prst="rect">
            <a:avLst/>
          </a:prstGeom>
        </p:spPr>
      </p:pic>
      <p:sp>
        <p:nvSpPr>
          <p:cNvPr id="2" name="Seta: para Baixo 1">
            <a:extLst>
              <a:ext uri="{FF2B5EF4-FFF2-40B4-BE49-F238E27FC236}">
                <a16:creationId xmlns:a16="http://schemas.microsoft.com/office/drawing/2014/main" id="{CE5AB75D-3CB1-BCFB-9A8B-B3352C316558}"/>
              </a:ext>
            </a:extLst>
          </p:cNvPr>
          <p:cNvSpPr/>
          <p:nvPr/>
        </p:nvSpPr>
        <p:spPr>
          <a:xfrm rot="17100000">
            <a:off x="8465187" y="4988493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723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A99D3D2-F186-5DF6-BACB-7D72AAC39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145" y="0"/>
            <a:ext cx="11248374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9BDC2844-AA6A-4DF7-3BB3-1C08E06D1A3E}"/>
              </a:ext>
            </a:extLst>
          </p:cNvPr>
          <p:cNvSpPr/>
          <p:nvPr/>
        </p:nvSpPr>
        <p:spPr>
          <a:xfrm rot="17100000">
            <a:off x="7638471" y="1581413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0608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30F88E1F-DCE8-2109-B605-B69E7232D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614" y="0"/>
            <a:ext cx="10835013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09BD0CF2-AF0F-1F08-5CA2-E91C2D474754}"/>
              </a:ext>
            </a:extLst>
          </p:cNvPr>
          <p:cNvSpPr/>
          <p:nvPr/>
        </p:nvSpPr>
        <p:spPr>
          <a:xfrm rot="17100000">
            <a:off x="7713627" y="2182663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445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8CAFC4F-6524-7E03-0CED-C62672C84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37" y="0"/>
            <a:ext cx="11511420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14AFF69C-C9B7-AE2F-8951-AA7DD52DC00D}"/>
              </a:ext>
            </a:extLst>
          </p:cNvPr>
          <p:cNvSpPr/>
          <p:nvPr/>
        </p:nvSpPr>
        <p:spPr>
          <a:xfrm rot="17100000">
            <a:off x="8164563" y="230792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235CE6B7-F0A2-D80D-AE2A-884DF85C1BD8}"/>
              </a:ext>
            </a:extLst>
          </p:cNvPr>
          <p:cNvSpPr/>
          <p:nvPr/>
        </p:nvSpPr>
        <p:spPr>
          <a:xfrm rot="17100000">
            <a:off x="8039304" y="591857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6071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F41539A-28C4-2479-4DA3-8C3DA6DE7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03" y="0"/>
            <a:ext cx="11498894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B6B3E6D9-0B3D-D84E-1787-B89A4E030AD0}"/>
              </a:ext>
            </a:extLst>
          </p:cNvPr>
          <p:cNvSpPr/>
          <p:nvPr/>
        </p:nvSpPr>
        <p:spPr>
          <a:xfrm rot="17100000">
            <a:off x="7776255" y="4111668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083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8709A5A-9637-3D51-BF9C-2C38ABECA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463" y="0"/>
            <a:ext cx="11235848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D7BD54CC-917A-44EE-C325-A7324B513181}"/>
              </a:ext>
            </a:extLst>
          </p:cNvPr>
          <p:cNvSpPr/>
          <p:nvPr/>
        </p:nvSpPr>
        <p:spPr>
          <a:xfrm rot="21048879">
            <a:off x="10061636" y="1769301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0531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0D83137-1EC9-CE16-B61D-2FBDAD7CB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989" y="0"/>
            <a:ext cx="111982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649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8D57905-4CD0-72B4-5FC0-191978FF3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10" y="0"/>
            <a:ext cx="11198269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DDA67793-15EB-F8AA-6CD9-52B924BFE394}"/>
              </a:ext>
            </a:extLst>
          </p:cNvPr>
          <p:cNvSpPr/>
          <p:nvPr/>
        </p:nvSpPr>
        <p:spPr>
          <a:xfrm rot="21048879">
            <a:off x="8783980" y="3551592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4515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E6F6287-DA25-1BE5-D7DC-586B73E83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11" y="0"/>
            <a:ext cx="11336056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EACDC7C4-69AB-E9FD-9B59-09540C492E39}"/>
              </a:ext>
            </a:extLst>
          </p:cNvPr>
          <p:cNvSpPr/>
          <p:nvPr/>
        </p:nvSpPr>
        <p:spPr>
          <a:xfrm rot="21048879">
            <a:off x="8633667" y="261214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7361A6C6-95AF-86E7-F279-8CF832F84420}"/>
              </a:ext>
            </a:extLst>
          </p:cNvPr>
          <p:cNvSpPr/>
          <p:nvPr/>
        </p:nvSpPr>
        <p:spPr>
          <a:xfrm rot="16461665">
            <a:off x="7696509" y="479588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1521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9B9881F-A1C1-62D4-083C-4CDB6A790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29" y="0"/>
            <a:ext cx="114237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2621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F0B6989-DE15-3AB5-F19F-C584917F3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660" y="109167"/>
            <a:ext cx="10246291" cy="6639666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91E7000E-0841-FA22-FB54-FC18B168F850}"/>
              </a:ext>
            </a:extLst>
          </p:cNvPr>
          <p:cNvSpPr/>
          <p:nvPr/>
        </p:nvSpPr>
        <p:spPr>
          <a:xfrm rot="8612249">
            <a:off x="2022219" y="599661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7669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3EF3CA11-1C5E-D18E-5157-CA91012AE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80" y="109167"/>
            <a:ext cx="10910170" cy="6639666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B931F928-211B-59BE-82C9-1D38A4B9171A}"/>
              </a:ext>
            </a:extLst>
          </p:cNvPr>
          <p:cNvSpPr/>
          <p:nvPr/>
        </p:nvSpPr>
        <p:spPr>
          <a:xfrm rot="16461665">
            <a:off x="2473155" y="230792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7427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303045EB-F4E7-AFD1-08E5-2435981FB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352" y="109167"/>
            <a:ext cx="10897645" cy="6639666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E616D82F-ED85-0CC3-4BA0-D1D1CAE03BFC}"/>
              </a:ext>
            </a:extLst>
          </p:cNvPr>
          <p:cNvSpPr/>
          <p:nvPr/>
        </p:nvSpPr>
        <p:spPr>
          <a:xfrm rot="16461665">
            <a:off x="7295676" y="230792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7210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F3A93F5-C20D-A590-E73F-8D7E7DB55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97" y="0"/>
            <a:ext cx="11098061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E94CB138-8D7D-0813-9021-D5ACE851D604}"/>
              </a:ext>
            </a:extLst>
          </p:cNvPr>
          <p:cNvSpPr/>
          <p:nvPr/>
        </p:nvSpPr>
        <p:spPr>
          <a:xfrm rot="16461665">
            <a:off x="2210110" y="2032348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801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B939D0B-8F0C-ECF1-1BB4-91C5DF394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40" y="109167"/>
            <a:ext cx="10609545" cy="6639666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B54F6A8D-4E02-4F4A-8C89-295E0BE2168A}"/>
              </a:ext>
            </a:extLst>
          </p:cNvPr>
          <p:cNvSpPr/>
          <p:nvPr/>
        </p:nvSpPr>
        <p:spPr>
          <a:xfrm rot="16461665">
            <a:off x="7270625" y="429016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1110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8A533ED-A8AA-6FA6-EE29-0A8AD1245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192" y="0"/>
            <a:ext cx="10221238" cy="6237962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3262F353-33CC-DFB4-8244-F2B77A537A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063" b="32311"/>
          <a:stretch/>
        </p:blipFill>
        <p:spPr>
          <a:xfrm>
            <a:off x="1864261" y="3106455"/>
            <a:ext cx="6414959" cy="2530257"/>
          </a:xfrm>
          <a:prstGeom prst="rect">
            <a:avLst/>
          </a:prstGeom>
        </p:spPr>
      </p:pic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E2A4A75B-9FB2-2F96-6571-0D249DA4D525}"/>
              </a:ext>
            </a:extLst>
          </p:cNvPr>
          <p:cNvSpPr/>
          <p:nvPr/>
        </p:nvSpPr>
        <p:spPr>
          <a:xfrm rot="16461665">
            <a:off x="599134" y="220771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7972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A2DC58B-E56E-C133-BA58-77839E715F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764" y="0"/>
            <a:ext cx="9958192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D53E31FF-4BF6-389E-32A9-FB476F984054}"/>
              </a:ext>
            </a:extLst>
          </p:cNvPr>
          <p:cNvSpPr/>
          <p:nvPr/>
        </p:nvSpPr>
        <p:spPr>
          <a:xfrm rot="5718122">
            <a:off x="6944948" y="1349964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4287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35E0847A-46E2-6FD8-CFB2-8CE124562D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192" y="0"/>
            <a:ext cx="10759857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5D01B880-C9C4-FCEF-825E-D602BAF2BC7F}"/>
              </a:ext>
            </a:extLst>
          </p:cNvPr>
          <p:cNvSpPr/>
          <p:nvPr/>
        </p:nvSpPr>
        <p:spPr>
          <a:xfrm rot="5718122">
            <a:off x="5592137" y="1951213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E901EBF6-965C-E1CE-BC26-0C8C93CF0DA4}"/>
              </a:ext>
            </a:extLst>
          </p:cNvPr>
          <p:cNvSpPr/>
          <p:nvPr/>
        </p:nvSpPr>
        <p:spPr>
          <a:xfrm rot="17892221">
            <a:off x="2698625" y="173827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A2066FA0-F131-6067-A4AB-4160C665AB95}"/>
              </a:ext>
            </a:extLst>
          </p:cNvPr>
          <p:cNvSpPr/>
          <p:nvPr/>
        </p:nvSpPr>
        <p:spPr>
          <a:xfrm rot="5718122">
            <a:off x="5968579" y="3567071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2190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F53100A-177C-E010-49F1-7D6034122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48" y="0"/>
            <a:ext cx="10747333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11D6D346-2E5B-1F2E-372C-D270C30B7B46}"/>
              </a:ext>
            </a:extLst>
          </p:cNvPr>
          <p:cNvSpPr/>
          <p:nvPr/>
        </p:nvSpPr>
        <p:spPr>
          <a:xfrm rot="5718122">
            <a:off x="2798833" y="1587959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1571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C30CD97-B8C5-2AE1-1882-64519D10E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7783" y="1095049"/>
            <a:ext cx="8116433" cy="4667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5818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78CE29A-F127-2213-48A2-5332EF786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40" y="0"/>
            <a:ext cx="11110587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EF7C8D1B-8B6D-E6D7-58E4-C46036629CDE}"/>
              </a:ext>
            </a:extLst>
          </p:cNvPr>
          <p:cNvSpPr/>
          <p:nvPr/>
        </p:nvSpPr>
        <p:spPr>
          <a:xfrm rot="5718122">
            <a:off x="2748729" y="230792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1983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EA4EB5F-C6AB-CD6F-EB3B-AAF17265E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0" y="0"/>
            <a:ext cx="10860067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AEE6E542-48FB-BF2C-9091-D6099EFE1A28}"/>
              </a:ext>
            </a:extLst>
          </p:cNvPr>
          <p:cNvSpPr/>
          <p:nvPr/>
        </p:nvSpPr>
        <p:spPr>
          <a:xfrm rot="11021836">
            <a:off x="1370866" y="3660731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73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D04CC5A-DC09-AC86-C2E7-54D29EB1C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722" y="0"/>
            <a:ext cx="1103543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1722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22BAD5C-5DC9-8902-DFE9-63BAAAAD0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0"/>
            <a:ext cx="11248374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BA520A55-8627-4A32-A67A-53D0F920DE51}"/>
              </a:ext>
            </a:extLst>
          </p:cNvPr>
          <p:cNvSpPr/>
          <p:nvPr/>
        </p:nvSpPr>
        <p:spPr>
          <a:xfrm rot="16773252">
            <a:off x="8996738" y="230792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87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E8B83E5-342F-9794-B90F-852B630E1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6643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11_slid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1537</Words>
  <Application>Microsoft Office PowerPoint</Application>
  <PresentationFormat>Widescreen</PresentationFormat>
  <Paragraphs>69</Paragraphs>
  <Slides>54</Slides>
  <Notes>54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Luiz Fernando Brogliatto Ferreira</cp:lastModifiedBy>
  <cp:revision>2</cp:revision>
  <dcterms:created xsi:type="dcterms:W3CDTF">2013-01-27T09:14:16Z</dcterms:created>
  <dcterms:modified xsi:type="dcterms:W3CDTF">2026-10-22T10:55:07Z</dcterms:modified>
  <cp:category/>
</cp:coreProperties>
</file>