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7"/>
  </p:notesMasterIdLst>
  <p:sldIdLst>
    <p:sldId id="395" r:id="rId2"/>
    <p:sldId id="396" r:id="rId3"/>
    <p:sldId id="397" r:id="rId4"/>
    <p:sldId id="398" r:id="rId5"/>
    <p:sldId id="399" r:id="rId6"/>
    <p:sldId id="400" r:id="rId7"/>
    <p:sldId id="401" r:id="rId8"/>
    <p:sldId id="403" r:id="rId9"/>
    <p:sldId id="402" r:id="rId10"/>
    <p:sldId id="404" r:id="rId11"/>
    <p:sldId id="405" r:id="rId12"/>
    <p:sldId id="406" r:id="rId13"/>
    <p:sldId id="407" r:id="rId14"/>
    <p:sldId id="411" r:id="rId15"/>
    <p:sldId id="40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44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81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23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35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7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27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50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75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3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578" name="Picture 2" descr="Php Logo Vector Png | Friendly PHP Elephant Mascot - freepng">
            <a:extLst>
              <a:ext uri="{FF2B5EF4-FFF2-40B4-BE49-F238E27FC236}">
                <a16:creationId xmlns:a16="http://schemas.microsoft.com/office/drawing/2014/main" id="{C5B0AF3B-5EAE-A8E5-13DC-3BCE4E2BA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619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78E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A4BA152-7592-5E3F-6132-E1CD1E37B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9906000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15EA61A6-D6A4-1B99-C5C1-CC0B0E043F12}"/>
              </a:ext>
            </a:extLst>
          </p:cNvPr>
          <p:cNvSpPr/>
          <p:nvPr/>
        </p:nvSpPr>
        <p:spPr>
          <a:xfrm rot="4631297">
            <a:off x="2925928" y="58254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1206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78E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2DD5CB-860D-20CE-F68D-BE77330F2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0"/>
            <a:ext cx="10515600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15EA61A6-D6A4-1B99-C5C1-CC0B0E043F12}"/>
              </a:ext>
            </a:extLst>
          </p:cNvPr>
          <p:cNvSpPr/>
          <p:nvPr/>
        </p:nvSpPr>
        <p:spPr>
          <a:xfrm rot="9000000">
            <a:off x="2449678" y="1173096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89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78E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E39906-D1A5-9D47-829E-17954990D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0"/>
            <a:ext cx="10668000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15EA61A6-D6A4-1B99-C5C1-CC0B0E043F12}"/>
              </a:ext>
            </a:extLst>
          </p:cNvPr>
          <p:cNvSpPr/>
          <p:nvPr/>
        </p:nvSpPr>
        <p:spPr>
          <a:xfrm rot="9000000">
            <a:off x="5592929" y="125346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268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78E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5E1AE3-423E-6D63-DDDB-1CA99474B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0"/>
            <a:ext cx="11029950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15EA61A6-D6A4-1B99-C5C1-CC0B0E043F12}"/>
              </a:ext>
            </a:extLst>
          </p:cNvPr>
          <p:cNvSpPr/>
          <p:nvPr/>
        </p:nvSpPr>
        <p:spPr>
          <a:xfrm rot="9000000">
            <a:off x="4145279" y="326859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494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78E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5E1AE3-423E-6D63-DDDB-1CA99474B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0"/>
            <a:ext cx="11029950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15EA61A6-D6A4-1B99-C5C1-CC0B0E043F12}"/>
              </a:ext>
            </a:extLst>
          </p:cNvPr>
          <p:cNvSpPr/>
          <p:nvPr/>
        </p:nvSpPr>
        <p:spPr>
          <a:xfrm rot="9000000">
            <a:off x="6488429" y="412055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235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78E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A4E6A25-6D20-E164-59F0-A2A652E71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0"/>
            <a:ext cx="10559053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15EA61A6-D6A4-1B99-C5C1-CC0B0E043F12}"/>
              </a:ext>
            </a:extLst>
          </p:cNvPr>
          <p:cNvSpPr/>
          <p:nvPr/>
        </p:nvSpPr>
        <p:spPr>
          <a:xfrm rot="9000000">
            <a:off x="2049779" y="219650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136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78E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F025AF1-F5E1-8364-84B7-70B91B22E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0"/>
            <a:ext cx="108585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15EA61A6-D6A4-1B99-C5C1-CC0B0E043F12}"/>
              </a:ext>
            </a:extLst>
          </p:cNvPr>
          <p:cNvSpPr/>
          <p:nvPr/>
        </p:nvSpPr>
        <p:spPr>
          <a:xfrm rot="20315812">
            <a:off x="7498078" y="2055498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2FD1CB-DFC2-8624-DADC-61DE5D508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10" b="30525"/>
          <a:stretch/>
        </p:blipFill>
        <p:spPr>
          <a:xfrm>
            <a:off x="1458059" y="1"/>
            <a:ext cx="927588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0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5445A16-DE8C-1FBA-B434-DE7046571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07" b="29907"/>
          <a:stretch/>
        </p:blipFill>
        <p:spPr>
          <a:xfrm>
            <a:off x="1333499" y="0"/>
            <a:ext cx="9525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33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2EBCD6-1CB8-0D54-7209-2C2EC8634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6" r="16249"/>
          <a:stretch/>
        </p:blipFill>
        <p:spPr>
          <a:xfrm>
            <a:off x="1485900" y="0"/>
            <a:ext cx="9220200" cy="680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25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B2CA51E-30C5-FCB0-8157-D829103FD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71" b="31172"/>
          <a:stretch/>
        </p:blipFill>
        <p:spPr>
          <a:xfrm>
            <a:off x="1013636" y="0"/>
            <a:ext cx="10164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30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1F371A4-DD4D-5D17-B20B-FC737092B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33" b="28534"/>
          <a:stretch/>
        </p:blipFill>
        <p:spPr>
          <a:xfrm>
            <a:off x="1638299" y="0"/>
            <a:ext cx="89154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6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5C8D4CC-7B56-7536-A471-E491C4D80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27" b="30827"/>
          <a:stretch/>
        </p:blipFill>
        <p:spPr>
          <a:xfrm>
            <a:off x="1104899" y="0"/>
            <a:ext cx="9982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52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ABEDAB-279E-9BE9-448C-7D2FD2509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80" b="30680"/>
          <a:stretch/>
        </p:blipFill>
        <p:spPr>
          <a:xfrm>
            <a:off x="1142999" y="0"/>
            <a:ext cx="9906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66346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533</TotalTime>
  <Words>9</Words>
  <Application>Microsoft Office PowerPoint</Application>
  <PresentationFormat>Widescreen</PresentationFormat>
  <Paragraphs>9</Paragraphs>
  <Slides>15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24</cp:revision>
  <dcterms:created xsi:type="dcterms:W3CDTF">2026-10-21T13:01:14Z</dcterms:created>
  <dcterms:modified xsi:type="dcterms:W3CDTF">2026-10-22T01:39:52Z</dcterms:modified>
</cp:coreProperties>
</file>