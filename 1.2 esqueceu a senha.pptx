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4"/>
  </p:notesMasterIdLst>
  <p:sldIdLst>
    <p:sldId id="271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261" r:id="rId12"/>
    <p:sldId id="31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77" d="100"/>
          <a:sy n="77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4149C9-62A6-4782-B7DD-80B3EDE9D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D8C5F89-0643-4E6D-90C2-098AFAD94259}"/>
              </a:ext>
            </a:extLst>
          </p:cNvPr>
          <p:cNvSpPr/>
          <p:nvPr/>
        </p:nvSpPr>
        <p:spPr>
          <a:xfrm>
            <a:off x="0" y="3870960"/>
            <a:ext cx="12192000" cy="21488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ESQUECEU A SENHA?</a:t>
            </a:r>
          </a:p>
        </p:txBody>
      </p:sp>
    </p:spTree>
    <p:extLst>
      <p:ext uri="{BB962C8B-B14F-4D97-AF65-F5344CB8AC3E}">
        <p14:creationId xmlns:p14="http://schemas.microsoft.com/office/powerpoint/2010/main" val="416974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D87C9-28AC-6DA5-EC86-8D1A60D68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2002DAE-C9AE-4BE9-ACFE-3BDC5564C6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683A35F-7DCE-28C9-704F-A8D4A4D61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564" y="-132671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C2F37C7-C0C4-A56B-F3C1-32ACA203BDB0}"/>
              </a:ext>
            </a:extLst>
          </p:cNvPr>
          <p:cNvSpPr/>
          <p:nvPr/>
        </p:nvSpPr>
        <p:spPr>
          <a:xfrm>
            <a:off x="2718434" y="3063240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6CA37-6184-AF2A-7D94-E9D160BDD75B}"/>
              </a:ext>
            </a:extLst>
          </p:cNvPr>
          <p:cNvSpPr txBox="1"/>
          <p:nvPr/>
        </p:nvSpPr>
        <p:spPr>
          <a:xfrm>
            <a:off x="2602808" y="3070860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538A72C8-5152-D8C5-829F-FF718F2A9D37}"/>
              </a:ext>
            </a:extLst>
          </p:cNvPr>
          <p:cNvSpPr/>
          <p:nvPr/>
        </p:nvSpPr>
        <p:spPr>
          <a:xfrm>
            <a:off x="5687752" y="25327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168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BBA46-D11C-83AA-E334-CBB1BB4C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289251D-4F2F-0253-0227-F53EEFF8C2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CE5A1AF-192A-00CB-3B54-879AA4AE8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564" y="-132672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35AD9CB-25D4-E46E-78C3-C0A9C0A68EE8}"/>
              </a:ext>
            </a:extLst>
          </p:cNvPr>
          <p:cNvSpPr/>
          <p:nvPr/>
        </p:nvSpPr>
        <p:spPr>
          <a:xfrm>
            <a:off x="2718434" y="3063240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AA793C-C4F5-2070-C48E-A2CA27B956F8}"/>
              </a:ext>
            </a:extLst>
          </p:cNvPr>
          <p:cNvSpPr txBox="1"/>
          <p:nvPr/>
        </p:nvSpPr>
        <p:spPr>
          <a:xfrm>
            <a:off x="2602808" y="3070860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B41972B8-6116-25D2-3631-E0EAA079578F}"/>
              </a:ext>
            </a:extLst>
          </p:cNvPr>
          <p:cNvSpPr/>
          <p:nvPr/>
        </p:nvSpPr>
        <p:spPr>
          <a:xfrm rot="16200000">
            <a:off x="2276894" y="2256246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75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73F55-C676-F145-3C0C-F60101DD0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3E16386-44A1-9EE5-A037-1DEDA36B6E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56C0DB9-1921-217C-D3F3-3863D7CAE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5E298F7-DF06-7AE8-02D9-61CF9CC58C0B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5D6CEBB-718B-82B1-F810-90AE62EDE67C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F0B9B0B0-71FE-B555-42EC-53F7E246E973}"/>
              </a:ext>
            </a:extLst>
          </p:cNvPr>
          <p:cNvSpPr/>
          <p:nvPr/>
        </p:nvSpPr>
        <p:spPr>
          <a:xfrm rot="10800000">
            <a:off x="4517660" y="3647439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6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02DAB-C232-7673-C8AE-8CF78B1A9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2CC753F-9EE6-876D-BBAE-AD383EFDF5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549F21-438C-634B-6E25-9F49B9C75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3F8DF21-22AC-3C3D-9C55-7FCCD0A9959B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0B983F-5252-11AB-D3CE-637B0B438B0C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3472AC05-0AC3-5CA2-80DE-89DDE1EA4750}"/>
              </a:ext>
            </a:extLst>
          </p:cNvPr>
          <p:cNvSpPr/>
          <p:nvPr/>
        </p:nvSpPr>
        <p:spPr>
          <a:xfrm rot="5400000">
            <a:off x="7818120" y="290322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870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61D2-A8AE-1CEA-59E7-EBF58A7C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70EB3A6-795E-5B2D-5B96-83710DB868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357CDCA-8C5D-DA76-3BFA-E3B221B1E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8832CE4-34EC-E136-83C4-6B567E179E61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C1FF25F-1CAE-DDEE-25B2-95B521CAFA4D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1DF1278E-A598-177B-50B5-0C40C5E5BF7A}"/>
              </a:ext>
            </a:extLst>
          </p:cNvPr>
          <p:cNvSpPr/>
          <p:nvPr/>
        </p:nvSpPr>
        <p:spPr>
          <a:xfrm rot="10986192">
            <a:off x="5925188" y="353149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543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CE23-B71B-5368-9023-06E5FE79E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6D00039-88A5-E7BE-9BA8-BB8D7763E6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BF710B3-17F0-50FC-5E0F-60B96ECEC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3B3DF67-8E29-299F-FFE6-B9F10A065469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4217D1-9199-45C4-660D-77CA372EC8C3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E6E355C7-5A7A-584A-E2E0-B450072DE4EA}"/>
              </a:ext>
            </a:extLst>
          </p:cNvPr>
          <p:cNvSpPr/>
          <p:nvPr/>
        </p:nvSpPr>
        <p:spPr>
          <a:xfrm rot="10986192">
            <a:off x="5925188" y="353149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104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775D5-E38E-0AC5-C4A9-77A946F7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9CE4CF7-06F3-1200-FDF1-73F7F849F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C171199-AA57-6712-8292-D601CFC42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52308C6-12F8-F37C-0E48-F1E5B17EF92E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101D02-E4FD-1DA8-EB7F-132EAC93F69C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C30F0362-8B31-F3F4-74B5-A33BB7EA2EDA}"/>
              </a:ext>
            </a:extLst>
          </p:cNvPr>
          <p:cNvSpPr/>
          <p:nvPr/>
        </p:nvSpPr>
        <p:spPr>
          <a:xfrm rot="15951980">
            <a:off x="4620495" y="311239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667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97913-683C-C8E9-FE8D-01F90F18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05D728-6B39-4E6E-1BB6-7F09A95D47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BE5F27-8BCA-795E-5F66-ABC612BB2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DB9D0BE-7EA8-7335-6F6A-32C7BE7303B4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3356FA-8CB6-A4A6-CBFC-7EC3369AA74B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037D5E47-4007-CC9C-E304-5AD81E31AF86}"/>
              </a:ext>
            </a:extLst>
          </p:cNvPr>
          <p:cNvSpPr/>
          <p:nvPr/>
        </p:nvSpPr>
        <p:spPr>
          <a:xfrm rot="12212851">
            <a:off x="4620495" y="311239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826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4DE4-6881-0EF4-F0C7-C3288B1B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2DB35DB-EE1A-C9E0-A8D5-AF2881035D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7AD4A7-ACC3-5B0E-C714-8233ED48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D14F3D0-69A6-3998-2A42-26F108444C3F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EACCB6-12EB-C42F-99CB-A90A10671CE6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EE2C324D-5DBD-8AA7-979C-43135F8F7699}"/>
              </a:ext>
            </a:extLst>
          </p:cNvPr>
          <p:cNvSpPr/>
          <p:nvPr/>
        </p:nvSpPr>
        <p:spPr>
          <a:xfrm rot="12212851">
            <a:off x="4620495" y="311239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383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EF4B71E-D6C2-5E2A-1F38-426FD837F2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Login no gmail : r/golpes">
            <a:extLst>
              <a:ext uri="{FF2B5EF4-FFF2-40B4-BE49-F238E27FC236}">
                <a16:creationId xmlns:a16="http://schemas.microsoft.com/office/drawing/2014/main" id="{662CD46E-54CB-6EE6-2621-CF47CEDD0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521" y="860821"/>
            <a:ext cx="3696007" cy="5164933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A46DC28-0888-BC6D-A884-1C99B5FF27C4}"/>
              </a:ext>
            </a:extLst>
          </p:cNvPr>
          <p:cNvSpPr/>
          <p:nvPr/>
        </p:nvSpPr>
        <p:spPr>
          <a:xfrm rot="3195776">
            <a:off x="7009721" y="1572829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386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8EEA-8ED7-6D2F-6F69-EAFF96B3F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0486DE-F4A7-1E66-EE56-8DC8A43D89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055073B-8280-EB24-8D4E-25A443DFE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9B2DACE0-A1F9-4DA4-92CA-E4C18162DF92}"/>
              </a:ext>
            </a:extLst>
          </p:cNvPr>
          <p:cNvSpPr/>
          <p:nvPr/>
        </p:nvSpPr>
        <p:spPr>
          <a:xfrm>
            <a:off x="5270500" y="2311400"/>
            <a:ext cx="1574800" cy="5715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C7268DA-4C66-3D64-36BB-307AE52F4A15}"/>
              </a:ext>
            </a:extLst>
          </p:cNvPr>
          <p:cNvSpPr/>
          <p:nvPr/>
        </p:nvSpPr>
        <p:spPr>
          <a:xfrm>
            <a:off x="6870700" y="4775200"/>
            <a:ext cx="546100" cy="5715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9669B82-9356-755A-7DA4-07AE8AC1E111}"/>
              </a:ext>
            </a:extLst>
          </p:cNvPr>
          <p:cNvSpPr txBox="1"/>
          <p:nvPr/>
        </p:nvSpPr>
        <p:spPr>
          <a:xfrm>
            <a:off x="6870700" y="4775200"/>
            <a:ext cx="54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2"/>
                </a:solidFill>
              </a:rPr>
              <a:t>78</a:t>
            </a:r>
          </a:p>
        </p:txBody>
      </p:sp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320D277A-7F00-A248-4AD4-39B7C6D4CBB0}"/>
              </a:ext>
            </a:extLst>
          </p:cNvPr>
          <p:cNvSpPr/>
          <p:nvPr/>
        </p:nvSpPr>
        <p:spPr>
          <a:xfrm rot="3195776">
            <a:off x="7009721" y="13106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9EF8D07-BFC5-8947-431D-91EB6BF49A23}"/>
              </a:ext>
            </a:extLst>
          </p:cNvPr>
          <p:cNvSpPr/>
          <p:nvPr/>
        </p:nvSpPr>
        <p:spPr>
          <a:xfrm>
            <a:off x="4889499" y="1745385"/>
            <a:ext cx="1206500" cy="177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8AEAF31-C0A3-C4E7-DD3C-40BD78E71488}"/>
              </a:ext>
            </a:extLst>
          </p:cNvPr>
          <p:cNvSpPr/>
          <p:nvPr/>
        </p:nvSpPr>
        <p:spPr>
          <a:xfrm>
            <a:off x="5080000" y="3004415"/>
            <a:ext cx="1206500" cy="177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742670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533</TotalTime>
  <Words>14</Words>
  <Application>Microsoft Office PowerPoint</Application>
  <PresentationFormat>Widescreen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Arial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24</cp:revision>
  <dcterms:created xsi:type="dcterms:W3CDTF">2026-10-21T13:01:14Z</dcterms:created>
  <dcterms:modified xsi:type="dcterms:W3CDTF">2026-10-22T01:45:44Z</dcterms:modified>
</cp:coreProperties>
</file>