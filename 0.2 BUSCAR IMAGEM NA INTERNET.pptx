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6"/>
  </p:notesMasterIdLst>
  <p:sldIdLst>
    <p:sldId id="359" r:id="rId2"/>
    <p:sldId id="256" r:id="rId3"/>
    <p:sldId id="258" r:id="rId4"/>
    <p:sldId id="259" r:id="rId5"/>
    <p:sldId id="360" r:id="rId6"/>
    <p:sldId id="361" r:id="rId7"/>
    <p:sldId id="362" r:id="rId8"/>
    <p:sldId id="363" r:id="rId9"/>
    <p:sldId id="365" r:id="rId10"/>
    <p:sldId id="366" r:id="rId11"/>
    <p:sldId id="367" r:id="rId12"/>
    <p:sldId id="368" r:id="rId13"/>
    <p:sldId id="369" r:id="rId14"/>
    <p:sldId id="3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64" d="100"/>
          <a:sy n="64" d="100"/>
        </p:scale>
        <p:origin x="7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4ABD1F4-0EF6-4CF9-5FA7-8AD710FCB0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3992ECF-28A4-4DE3-B2F8-DC41FCCE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221B639D-A22A-487E-9D2C-0C3FCD9F9419}"/>
              </a:ext>
            </a:extLst>
          </p:cNvPr>
          <p:cNvSpPr/>
          <p:nvPr/>
        </p:nvSpPr>
        <p:spPr>
          <a:xfrm>
            <a:off x="2194560" y="20878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707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9F4DC74-8CD4-ABF5-1B90-9988FBFF03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7453EF-32AE-4966-BC1C-37BEF05DA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BE0694F-B184-4DF9-AA2C-400F0A5D78C1}"/>
              </a:ext>
            </a:extLst>
          </p:cNvPr>
          <p:cNvSpPr/>
          <p:nvPr/>
        </p:nvSpPr>
        <p:spPr>
          <a:xfrm rot="10800000">
            <a:off x="2362200" y="8534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143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87A067-D05B-A749-19C3-BB84BC70431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E4E517-2284-45EA-839B-F58FF4F6F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1143000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5AD82ED5-0DF0-4535-9C93-C01CA87184B5}"/>
              </a:ext>
            </a:extLst>
          </p:cNvPr>
          <p:cNvSpPr/>
          <p:nvPr/>
        </p:nvSpPr>
        <p:spPr>
          <a:xfrm rot="7200000">
            <a:off x="3840479" y="-274321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174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56ABAC-9154-4AFB-85FA-D09BD8CD6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190500"/>
            <a:ext cx="9772650" cy="6477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44EFADC5-C2F7-4443-B6DF-E2337C9549B7}"/>
              </a:ext>
            </a:extLst>
          </p:cNvPr>
          <p:cNvSpPr/>
          <p:nvPr/>
        </p:nvSpPr>
        <p:spPr>
          <a:xfrm>
            <a:off x="4671434" y="669373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04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500A859-DA21-4AD1-B0E4-E8C343B45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889" y="542381"/>
            <a:ext cx="5010849" cy="5563376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B0F04D2B-0D7B-43A3-BD69-B5E4EEA1D58F}"/>
              </a:ext>
            </a:extLst>
          </p:cNvPr>
          <p:cNvSpPr/>
          <p:nvPr/>
        </p:nvSpPr>
        <p:spPr>
          <a:xfrm rot="16360183">
            <a:off x="-215359" y="1583772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D645F583-0855-4A98-89A4-8C96B1E7D328}"/>
              </a:ext>
            </a:extLst>
          </p:cNvPr>
          <p:cNvSpPr/>
          <p:nvPr/>
        </p:nvSpPr>
        <p:spPr>
          <a:xfrm>
            <a:off x="3277348" y="-129093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7861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E61BA2-085F-4741-AE40-E2EC62C6F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575" y="647312"/>
            <a:ext cx="5010849" cy="5563376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D645F583-0855-4A98-89A4-8C96B1E7D328}"/>
              </a:ext>
            </a:extLst>
          </p:cNvPr>
          <p:cNvSpPr/>
          <p:nvPr/>
        </p:nvSpPr>
        <p:spPr>
          <a:xfrm>
            <a:off x="4941256" y="131064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419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437A30-79FD-4247-98DE-3141A964F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5" y="152400"/>
            <a:ext cx="12175090" cy="685800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D645F583-0855-4A98-89A4-8C96B1E7D328}"/>
              </a:ext>
            </a:extLst>
          </p:cNvPr>
          <p:cNvSpPr/>
          <p:nvPr/>
        </p:nvSpPr>
        <p:spPr>
          <a:xfrm rot="6117317">
            <a:off x="3772023" y="258977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4187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2A589E6-C074-43B3-8586-FB81FF23A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5" y="152400"/>
            <a:ext cx="12175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54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3C36B0-5D1B-47DD-B653-275863BDB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85" t="8935" r="36057"/>
          <a:stretch/>
        </p:blipFill>
        <p:spPr>
          <a:xfrm>
            <a:off x="4327202" y="19802"/>
            <a:ext cx="3874118" cy="683819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FD4A419-30D0-4F5E-9FAE-F2C5A4CC1017}"/>
              </a:ext>
            </a:extLst>
          </p:cNvPr>
          <p:cNvSpPr/>
          <p:nvPr/>
        </p:nvSpPr>
        <p:spPr>
          <a:xfrm>
            <a:off x="0" y="0"/>
            <a:ext cx="4327202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APERTA </a:t>
            </a:r>
          </a:p>
          <a:p>
            <a:pPr algn="ctr"/>
            <a:br>
              <a:rPr lang="pt-BR" sz="2800" dirty="0"/>
            </a:br>
            <a:r>
              <a:rPr lang="pt-BR" sz="2800" dirty="0"/>
              <a:t>O ENTER </a:t>
            </a:r>
          </a:p>
          <a:p>
            <a:pPr algn="ctr"/>
            <a:br>
              <a:rPr lang="pt-BR" sz="2800" dirty="0"/>
            </a:br>
            <a:r>
              <a:rPr lang="pt-BR" sz="2800" dirty="0"/>
              <a:t>PARA ENTRAR</a:t>
            </a:r>
          </a:p>
        </p:txBody>
      </p:sp>
    </p:spTree>
    <p:extLst>
      <p:ext uri="{BB962C8B-B14F-4D97-AF65-F5344CB8AC3E}">
        <p14:creationId xmlns:p14="http://schemas.microsoft.com/office/powerpoint/2010/main" val="4228351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49C7A44-8FDA-429A-BC10-DE451D22D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5" y="152400"/>
            <a:ext cx="12175090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DF2D7BAA-2D9C-4C91-B320-09E64AFB0486}"/>
              </a:ext>
            </a:extLst>
          </p:cNvPr>
          <p:cNvSpPr/>
          <p:nvPr/>
        </p:nvSpPr>
        <p:spPr>
          <a:xfrm rot="10800000">
            <a:off x="1517004" y="2773680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0497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968517E-7032-4A94-A60B-D462BE5A7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4F3084F-A72E-4E10-B6AE-F190D07D5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55" y="152400"/>
            <a:ext cx="12175090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A9D68C6-22DD-41C2-B433-B53266ABB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1366" y="2587658"/>
            <a:ext cx="6631489" cy="4422742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5AE6993F-329C-4609-B19D-BDB0DA097408}"/>
              </a:ext>
            </a:extLst>
          </p:cNvPr>
          <p:cNvSpPr/>
          <p:nvPr/>
        </p:nvSpPr>
        <p:spPr>
          <a:xfrm rot="16589514">
            <a:off x="-941384" y="1829297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880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611B4CE-2828-4625-8927-076DDA26E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433CF6FD-CA12-4F0C-B1DD-FCC1281B6DF8}"/>
              </a:ext>
            </a:extLst>
          </p:cNvPr>
          <p:cNvSpPr/>
          <p:nvPr/>
        </p:nvSpPr>
        <p:spPr>
          <a:xfrm rot="4727376">
            <a:off x="6118984" y="1079788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41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A2D2929-9407-8229-5453-C12915BE35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3BE32C-5097-4FC5-A591-C819423EF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32863"/>
            <a:ext cx="12060333" cy="6792273"/>
          </a:xfrm>
          <a:prstGeom prst="rect">
            <a:avLst/>
          </a:prstGeom>
        </p:spPr>
      </p:pic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AE99BC44-08E5-42FD-BBC9-FD65AB69A7D2}"/>
              </a:ext>
            </a:extLst>
          </p:cNvPr>
          <p:cNvSpPr/>
          <p:nvPr/>
        </p:nvSpPr>
        <p:spPr>
          <a:xfrm rot="440069">
            <a:off x="527651" y="1587265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6273DBF8-FF0F-4CE9-9901-625E0257AAB3}"/>
              </a:ext>
            </a:extLst>
          </p:cNvPr>
          <p:cNvSpPr/>
          <p:nvPr/>
        </p:nvSpPr>
        <p:spPr>
          <a:xfrm rot="19579463">
            <a:off x="7476217" y="2651564"/>
            <a:ext cx="3901440" cy="4236720"/>
          </a:xfrm>
          <a:prstGeom prst="downArrow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27967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666</TotalTime>
  <Words>7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Aptos</vt:lpstr>
      <vt:lpstr>Arial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39</cp:revision>
  <dcterms:created xsi:type="dcterms:W3CDTF">2026-10-21T13:01:14Z</dcterms:created>
  <dcterms:modified xsi:type="dcterms:W3CDTF">2026-10-22T14:00:13Z</dcterms:modified>
</cp:coreProperties>
</file>