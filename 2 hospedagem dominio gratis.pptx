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30"/>
  </p:notesMasterIdLst>
  <p:sldIdLst>
    <p:sldId id="358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9" r:id="rId17"/>
    <p:sldId id="348" r:id="rId18"/>
    <p:sldId id="350" r:id="rId19"/>
    <p:sldId id="346" r:id="rId20"/>
    <p:sldId id="351" r:id="rId21"/>
    <p:sldId id="352" r:id="rId22"/>
    <p:sldId id="353" r:id="rId23"/>
    <p:sldId id="354" r:id="rId24"/>
    <p:sldId id="355" r:id="rId25"/>
    <p:sldId id="356" r:id="rId26"/>
    <p:sldId id="357" r:id="rId27"/>
    <p:sldId id="347" r:id="rId28"/>
    <p:sldId id="36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783" autoAdjust="0"/>
  </p:normalViewPr>
  <p:slideViewPr>
    <p:cSldViewPr snapToGrid="0">
      <p:cViewPr varScale="1">
        <p:scale>
          <a:sx n="77" d="100"/>
          <a:sy n="77" d="100"/>
        </p:scale>
        <p:origin x="10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FC68103-D6F9-0379-C6F5-8486B8063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454"/>
            <a:ext cx="12192000" cy="574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1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C50E64B-295E-66EF-7C35-E446E6032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82" y="0"/>
            <a:ext cx="11597269" cy="68580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9524FC73-5E21-9E87-CFB0-B6C50CB9F0D9}"/>
              </a:ext>
            </a:extLst>
          </p:cNvPr>
          <p:cNvSpPr/>
          <p:nvPr/>
        </p:nvSpPr>
        <p:spPr>
          <a:xfrm>
            <a:off x="7397750" y="2438400"/>
            <a:ext cx="647700" cy="247650"/>
          </a:xfrm>
          <a:prstGeom prst="rect">
            <a:avLst/>
          </a:prstGeom>
          <a:solidFill>
            <a:srgbClr val="E6EC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142EC18-E32D-7C6D-2BEA-7684B1A4FD4C}"/>
              </a:ext>
            </a:extLst>
          </p:cNvPr>
          <p:cNvSpPr/>
          <p:nvPr/>
        </p:nvSpPr>
        <p:spPr>
          <a:xfrm>
            <a:off x="8638118" y="1866900"/>
            <a:ext cx="234950" cy="247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901E5F73-4EDD-477F-93C3-5383A065B0B9}"/>
              </a:ext>
            </a:extLst>
          </p:cNvPr>
          <p:cNvSpPr/>
          <p:nvPr/>
        </p:nvSpPr>
        <p:spPr>
          <a:xfrm rot="3824264">
            <a:off x="6363753" y="-381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ED887CB-C9ED-B2A6-C7A6-085EFE066565}"/>
              </a:ext>
            </a:extLst>
          </p:cNvPr>
          <p:cNvSpPr/>
          <p:nvPr/>
        </p:nvSpPr>
        <p:spPr>
          <a:xfrm>
            <a:off x="11511383" y="0"/>
            <a:ext cx="379535" cy="4000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130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06A2639-A825-0147-45BC-5A9FFE9D6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78" y="0"/>
            <a:ext cx="11570889" cy="68580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9524FC73-5E21-9E87-CFB0-B6C50CB9F0D9}"/>
              </a:ext>
            </a:extLst>
          </p:cNvPr>
          <p:cNvSpPr/>
          <p:nvPr/>
        </p:nvSpPr>
        <p:spPr>
          <a:xfrm>
            <a:off x="7397750" y="2438400"/>
            <a:ext cx="647700" cy="247650"/>
          </a:xfrm>
          <a:prstGeom prst="rect">
            <a:avLst/>
          </a:prstGeom>
          <a:solidFill>
            <a:srgbClr val="E6EC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142EC18-E32D-7C6D-2BEA-7684B1A4FD4C}"/>
              </a:ext>
            </a:extLst>
          </p:cNvPr>
          <p:cNvSpPr/>
          <p:nvPr/>
        </p:nvSpPr>
        <p:spPr>
          <a:xfrm>
            <a:off x="11481680" y="82705"/>
            <a:ext cx="234950" cy="247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901E5F73-4EDD-477F-93C3-5383A065B0B9}"/>
              </a:ext>
            </a:extLst>
          </p:cNvPr>
          <p:cNvSpPr/>
          <p:nvPr/>
        </p:nvSpPr>
        <p:spPr>
          <a:xfrm rot="9900000">
            <a:off x="3014507" y="3114569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8594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668A7C8-8BF5-CABB-4951-144DCBBD8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00" y="0"/>
            <a:ext cx="11523341" cy="68580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9524FC73-5E21-9E87-CFB0-B6C50CB9F0D9}"/>
              </a:ext>
            </a:extLst>
          </p:cNvPr>
          <p:cNvSpPr/>
          <p:nvPr/>
        </p:nvSpPr>
        <p:spPr>
          <a:xfrm>
            <a:off x="7397750" y="2438400"/>
            <a:ext cx="647700" cy="247650"/>
          </a:xfrm>
          <a:prstGeom prst="rect">
            <a:avLst/>
          </a:prstGeom>
          <a:solidFill>
            <a:srgbClr val="E6EC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142EC18-E32D-7C6D-2BEA-7684B1A4FD4C}"/>
              </a:ext>
            </a:extLst>
          </p:cNvPr>
          <p:cNvSpPr/>
          <p:nvPr/>
        </p:nvSpPr>
        <p:spPr>
          <a:xfrm>
            <a:off x="11292108" y="272275"/>
            <a:ext cx="234950" cy="247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901E5F73-4EDD-477F-93C3-5383A065B0B9}"/>
              </a:ext>
            </a:extLst>
          </p:cNvPr>
          <p:cNvSpPr/>
          <p:nvPr/>
        </p:nvSpPr>
        <p:spPr>
          <a:xfrm rot="9900000">
            <a:off x="1748155" y="2188577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255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879792C-C098-48DA-399B-87775AED6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7" y="0"/>
            <a:ext cx="11441152" cy="6858000"/>
          </a:xfrm>
          <a:prstGeom prst="rect">
            <a:avLst/>
          </a:prstGeom>
        </p:spPr>
      </p:pic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901E5F73-4EDD-477F-93C3-5383A065B0B9}"/>
              </a:ext>
            </a:extLst>
          </p:cNvPr>
          <p:cNvSpPr/>
          <p:nvPr/>
        </p:nvSpPr>
        <p:spPr>
          <a:xfrm rot="9900000">
            <a:off x="2038086" y="408428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339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86941EB-9129-DE2E-5F70-E39E1CB6E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93" y="-11151"/>
            <a:ext cx="11530362" cy="6858000"/>
          </a:xfrm>
          <a:prstGeom prst="rect">
            <a:avLst/>
          </a:prstGeom>
        </p:spPr>
      </p:pic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901E5F73-4EDD-477F-93C3-5383A065B0B9}"/>
              </a:ext>
            </a:extLst>
          </p:cNvPr>
          <p:cNvSpPr/>
          <p:nvPr/>
        </p:nvSpPr>
        <p:spPr>
          <a:xfrm rot="15203186">
            <a:off x="1413618" y="3515572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9853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CB9A535-99AD-6250-8E4E-F2829AE1E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82" y="0"/>
            <a:ext cx="11519211" cy="6858000"/>
          </a:xfrm>
          <a:prstGeom prst="rect">
            <a:avLst/>
          </a:prstGeom>
        </p:spPr>
      </p:pic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901E5F73-4EDD-477F-93C3-5383A065B0B9}"/>
              </a:ext>
            </a:extLst>
          </p:cNvPr>
          <p:cNvSpPr/>
          <p:nvPr/>
        </p:nvSpPr>
        <p:spPr>
          <a:xfrm rot="10800000">
            <a:off x="5918711" y="309182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1510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CB9A535-99AD-6250-8E4E-F2829AE1E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41" y="0"/>
            <a:ext cx="11474606" cy="6858000"/>
          </a:xfrm>
          <a:prstGeom prst="rect">
            <a:avLst/>
          </a:prstGeom>
        </p:spPr>
      </p:pic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901E5F73-4EDD-477F-93C3-5383A065B0B9}"/>
              </a:ext>
            </a:extLst>
          </p:cNvPr>
          <p:cNvSpPr/>
          <p:nvPr/>
        </p:nvSpPr>
        <p:spPr>
          <a:xfrm rot="15354392">
            <a:off x="4870496" y="2668079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797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C2A4BC6-8D47-62B5-FB63-B70C81620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22" y="0"/>
            <a:ext cx="11140068" cy="6858000"/>
          </a:xfrm>
          <a:prstGeom prst="rect">
            <a:avLst/>
          </a:prstGeom>
        </p:spPr>
      </p:pic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901E5F73-4EDD-477F-93C3-5383A065B0B9}"/>
              </a:ext>
            </a:extLst>
          </p:cNvPr>
          <p:cNvSpPr/>
          <p:nvPr/>
        </p:nvSpPr>
        <p:spPr>
          <a:xfrm rot="15354392">
            <a:off x="2316867" y="13106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826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14FF42E-40B5-EAE7-1BC4-13C6D6DEC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8" y="0"/>
            <a:ext cx="11541513" cy="6858000"/>
          </a:xfrm>
          <a:prstGeom prst="rect">
            <a:avLst/>
          </a:prstGeom>
        </p:spPr>
      </p:pic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901E5F73-4EDD-477F-93C3-5383A065B0B9}"/>
              </a:ext>
            </a:extLst>
          </p:cNvPr>
          <p:cNvSpPr/>
          <p:nvPr/>
        </p:nvSpPr>
        <p:spPr>
          <a:xfrm rot="15354392">
            <a:off x="5004311" y="2927567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7091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14FF42E-40B5-EAE7-1BC4-13C6D6DEC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50" y="0"/>
            <a:ext cx="11407699" cy="6858000"/>
          </a:xfrm>
          <a:prstGeom prst="rect">
            <a:avLst/>
          </a:prstGeom>
        </p:spPr>
      </p:pic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901E5F73-4EDD-477F-93C3-5383A065B0B9}"/>
              </a:ext>
            </a:extLst>
          </p:cNvPr>
          <p:cNvSpPr/>
          <p:nvPr/>
        </p:nvSpPr>
        <p:spPr>
          <a:xfrm rot="15354392">
            <a:off x="5004311" y="2927567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3649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590FB51-AF64-842D-1C7F-EC19F59A6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32" y="0"/>
            <a:ext cx="115192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3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590FB51-AF64-842D-1C7F-EC19F59A6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5" y="0"/>
            <a:ext cx="115415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062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in no gmail : r/golpes">
            <a:extLst>
              <a:ext uri="{FF2B5EF4-FFF2-40B4-BE49-F238E27FC236}">
                <a16:creationId xmlns:a16="http://schemas.microsoft.com/office/drawing/2014/main" id="{662CD46E-54CB-6EE6-2621-CF47CEDD0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903" y="23121"/>
            <a:ext cx="4873082" cy="6809820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BA46DC28-0888-BC6D-A884-1C99B5FF27C4}"/>
              </a:ext>
            </a:extLst>
          </p:cNvPr>
          <p:cNvSpPr/>
          <p:nvPr/>
        </p:nvSpPr>
        <p:spPr>
          <a:xfrm rot="3195776">
            <a:off x="7255048" y="2030028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8543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7C4209F0-7A9D-718E-4C90-53ED7B3B0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05" y="0"/>
            <a:ext cx="11418850" cy="6858000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BA46DC28-0888-BC6D-A884-1C99B5FF27C4}"/>
              </a:ext>
            </a:extLst>
          </p:cNvPr>
          <p:cNvSpPr/>
          <p:nvPr/>
        </p:nvSpPr>
        <p:spPr>
          <a:xfrm rot="3195776">
            <a:off x="6351799" y="1909271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5006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6667AA0-1C62-0D78-4A1C-0E3F3BEDC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9" y="0"/>
            <a:ext cx="11530362" cy="6858000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BA46DC28-0888-BC6D-A884-1C99B5FF27C4}"/>
              </a:ext>
            </a:extLst>
          </p:cNvPr>
          <p:cNvSpPr/>
          <p:nvPr/>
        </p:nvSpPr>
        <p:spPr>
          <a:xfrm rot="3195776">
            <a:off x="2850316" y="166394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775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C832D7E-7CEB-539D-9AA7-9DD74E234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80" y="0"/>
            <a:ext cx="11641874" cy="6858000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BA46DC28-0888-BC6D-A884-1C99B5FF27C4}"/>
              </a:ext>
            </a:extLst>
          </p:cNvPr>
          <p:cNvSpPr/>
          <p:nvPr/>
        </p:nvSpPr>
        <p:spPr>
          <a:xfrm rot="3195776">
            <a:off x="2103185" y="207463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634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896B4C4F-431F-D72A-4E48-62F1012EE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14" y="0"/>
            <a:ext cx="11677571" cy="6858000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BA46DC28-0888-BC6D-A884-1C99B5FF27C4}"/>
              </a:ext>
            </a:extLst>
          </p:cNvPr>
          <p:cNvSpPr/>
          <p:nvPr/>
        </p:nvSpPr>
        <p:spPr>
          <a:xfrm rot="3195776">
            <a:off x="8476657" y="11267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6406B2DE-3B66-600A-A48E-5E82E5571869}"/>
              </a:ext>
            </a:extLst>
          </p:cNvPr>
          <p:cNvSpPr/>
          <p:nvPr/>
        </p:nvSpPr>
        <p:spPr>
          <a:xfrm rot="20700000">
            <a:off x="739018" y="17521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E3768EF7-9EA9-0CBC-4C22-7F5444EF2958}"/>
              </a:ext>
            </a:extLst>
          </p:cNvPr>
          <p:cNvSpPr/>
          <p:nvPr/>
        </p:nvSpPr>
        <p:spPr>
          <a:xfrm rot="16484643">
            <a:off x="3846491" y="3617218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609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A19B3A1-4910-39C7-6685-C5E102515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44" y="0"/>
            <a:ext cx="11485756" cy="6858000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BA46DC28-0888-BC6D-A884-1C99B5FF27C4}"/>
              </a:ext>
            </a:extLst>
          </p:cNvPr>
          <p:cNvSpPr/>
          <p:nvPr/>
        </p:nvSpPr>
        <p:spPr>
          <a:xfrm rot="3195776">
            <a:off x="5771936" y="1561679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986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D666053-9FE3-F165-0984-3B8ECBAE1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88" y="0"/>
            <a:ext cx="11563814" cy="6858000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F387B3BF-8843-044D-9445-E7D53A7C15A2}"/>
              </a:ext>
            </a:extLst>
          </p:cNvPr>
          <p:cNvSpPr/>
          <p:nvPr/>
        </p:nvSpPr>
        <p:spPr>
          <a:xfrm rot="20700000">
            <a:off x="2935807" y="77737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4290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F387B3BF-8843-044D-9445-E7D53A7C15A2}"/>
              </a:ext>
            </a:extLst>
          </p:cNvPr>
          <p:cNvSpPr/>
          <p:nvPr/>
        </p:nvSpPr>
        <p:spPr>
          <a:xfrm rot="20700000">
            <a:off x="2935807" y="77737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841D880-E8FB-12E5-C57B-343922F49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5" y="0"/>
            <a:ext cx="11541514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ED8140EB-A943-8CF0-FCD1-06584BC7C444}"/>
              </a:ext>
            </a:extLst>
          </p:cNvPr>
          <p:cNvSpPr/>
          <p:nvPr/>
        </p:nvSpPr>
        <p:spPr>
          <a:xfrm rot="20700000">
            <a:off x="1170198" y="13106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2FBAC17F-2D06-DED3-71C5-85FB725D1FFC}"/>
              </a:ext>
            </a:extLst>
          </p:cNvPr>
          <p:cNvSpPr/>
          <p:nvPr/>
        </p:nvSpPr>
        <p:spPr>
          <a:xfrm rot="20700000">
            <a:off x="6056725" y="174381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7675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6694B177-19FB-22FA-0812-09A8CD6FE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46" y="0"/>
            <a:ext cx="11496908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2FBAC17F-2D06-DED3-71C5-85FB725D1FFC}"/>
              </a:ext>
            </a:extLst>
          </p:cNvPr>
          <p:cNvSpPr/>
          <p:nvPr/>
        </p:nvSpPr>
        <p:spPr>
          <a:xfrm rot="20700000">
            <a:off x="7662499" y="-171306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5134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6F7E18-E42F-9C38-FE4E-D55F3130F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5" y="0"/>
            <a:ext cx="11541514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2FBAC17F-2D06-DED3-71C5-85FB725D1FFC}"/>
              </a:ext>
            </a:extLst>
          </p:cNvPr>
          <p:cNvSpPr/>
          <p:nvPr/>
        </p:nvSpPr>
        <p:spPr>
          <a:xfrm rot="13142764">
            <a:off x="6201687" y="-29231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55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CCA93CA-A1E4-C7F2-6DED-4165064B8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83" y="0"/>
            <a:ext cx="11619572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2FBAC17F-2D06-DED3-71C5-85FB725D1FFC}"/>
              </a:ext>
            </a:extLst>
          </p:cNvPr>
          <p:cNvSpPr/>
          <p:nvPr/>
        </p:nvSpPr>
        <p:spPr>
          <a:xfrm rot="13142764">
            <a:off x="5108867" y="2652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841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B45BE6D-E640-7614-E703-397FB3DBF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454"/>
            <a:ext cx="12192000" cy="574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64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4ECCB0D-5B42-B598-2025-FE6F51E3F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2FBAC17F-2D06-DED3-71C5-85FB725D1FFC}"/>
              </a:ext>
            </a:extLst>
          </p:cNvPr>
          <p:cNvSpPr/>
          <p:nvPr/>
        </p:nvSpPr>
        <p:spPr>
          <a:xfrm rot="3337255">
            <a:off x="2410272" y="2903539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04321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6D4DCAF-11F3-ABD7-5F39-7F72B7C3B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BA46DC28-0888-BC6D-A884-1C99B5FF27C4}"/>
              </a:ext>
            </a:extLst>
          </p:cNvPr>
          <p:cNvSpPr/>
          <p:nvPr/>
        </p:nvSpPr>
        <p:spPr>
          <a:xfrm rot="3195776">
            <a:off x="4145281" y="535768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33765002-657C-2F02-A781-8DBF138CDA58}"/>
              </a:ext>
            </a:extLst>
          </p:cNvPr>
          <p:cNvSpPr/>
          <p:nvPr/>
        </p:nvSpPr>
        <p:spPr>
          <a:xfrm rot="11327290">
            <a:off x="7241604" y="3955476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901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1B073B6-941A-F67C-23CE-7AA7250F9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947" y="0"/>
            <a:ext cx="3850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780829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534</TotalTime>
  <Words>0</Words>
  <Application>Microsoft Office PowerPoint</Application>
  <PresentationFormat>Widescreen</PresentationFormat>
  <Paragraphs>0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Aptos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24</cp:revision>
  <dcterms:created xsi:type="dcterms:W3CDTF">2026-10-21T13:01:14Z</dcterms:created>
  <dcterms:modified xsi:type="dcterms:W3CDTF">2026-10-22T01:35:28Z</dcterms:modified>
</cp:coreProperties>
</file>