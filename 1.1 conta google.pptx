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39"/>
  </p:notesMasterIdLst>
  <p:sldIdLst>
    <p:sldId id="257" r:id="rId2"/>
    <p:sldId id="359" r:id="rId3"/>
    <p:sldId id="256" r:id="rId4"/>
    <p:sldId id="258" r:id="rId5"/>
    <p:sldId id="259" r:id="rId6"/>
    <p:sldId id="260" r:id="rId7"/>
    <p:sldId id="275" r:id="rId8"/>
    <p:sldId id="276" r:id="rId9"/>
    <p:sldId id="278" r:id="rId10"/>
    <p:sldId id="277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304" r:id="rId28"/>
    <p:sldId id="297" r:id="rId29"/>
    <p:sldId id="298" r:id="rId30"/>
    <p:sldId id="305" r:id="rId31"/>
    <p:sldId id="309" r:id="rId32"/>
    <p:sldId id="308" r:id="rId33"/>
    <p:sldId id="306" r:id="rId34"/>
    <p:sldId id="307" r:id="rId35"/>
    <p:sldId id="268" r:id="rId36"/>
    <p:sldId id="269" r:id="rId37"/>
    <p:sldId id="27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7C93D2D-41FD-DCC3-31A7-4EF8532A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97D3CDB-479D-A0D7-8A3B-EACFAA4C5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" y="557561"/>
            <a:ext cx="12187300" cy="574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4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ABD1F4-0EF6-4CF9-5FA7-8AD710FCB0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3992ECF-28A4-4DE3-B2F8-DC41FCCE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221B639D-A22A-487E-9D2C-0C3FCD9F9419}"/>
              </a:ext>
            </a:extLst>
          </p:cNvPr>
          <p:cNvSpPr/>
          <p:nvPr/>
        </p:nvSpPr>
        <p:spPr>
          <a:xfrm>
            <a:off x="2194560" y="20878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70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9F4DC74-8CD4-ABF5-1B90-9988FBFF03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7453EF-32AE-4966-BC1C-37BEF05DA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BE0694F-B184-4DF9-AA2C-400F0A5D78C1}"/>
              </a:ext>
            </a:extLst>
          </p:cNvPr>
          <p:cNvSpPr/>
          <p:nvPr/>
        </p:nvSpPr>
        <p:spPr>
          <a:xfrm rot="10800000">
            <a:off x="2362200" y="8534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143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87A067-D05B-A749-19C3-BB84BC7043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E4E517-2284-45EA-839B-F58FF4F6F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AD82ED5-0DF0-4535-9C93-C01CA87184B5}"/>
              </a:ext>
            </a:extLst>
          </p:cNvPr>
          <p:cNvSpPr/>
          <p:nvPr/>
        </p:nvSpPr>
        <p:spPr>
          <a:xfrm rot="7200000">
            <a:off x="3840479" y="-27432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74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56ABAC-9154-4AFB-85FA-D09BD8CD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4EFADC5-C2F7-4443-B6DF-E2337C9549B7}"/>
              </a:ext>
            </a:extLst>
          </p:cNvPr>
          <p:cNvSpPr/>
          <p:nvPr/>
        </p:nvSpPr>
        <p:spPr>
          <a:xfrm>
            <a:off x="3322320" y="6400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04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B9AAC37-95BC-28D0-6AFF-7856FBC21C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550EEF-0F1B-4DD0-A4FB-086497244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226D3B4-FD77-4ED7-86A5-A587AD4BBF48}"/>
              </a:ext>
            </a:extLst>
          </p:cNvPr>
          <p:cNvSpPr/>
          <p:nvPr/>
        </p:nvSpPr>
        <p:spPr>
          <a:xfrm rot="10800000">
            <a:off x="6096000" y="26212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036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4149C9-62A6-4782-B7DD-80B3EDE9D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8C5F89-0643-4E6D-90C2-098AFAD94259}"/>
              </a:ext>
            </a:extLst>
          </p:cNvPr>
          <p:cNvSpPr/>
          <p:nvPr/>
        </p:nvSpPr>
        <p:spPr>
          <a:xfrm>
            <a:off x="0" y="3870960"/>
            <a:ext cx="12192000" cy="2148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ESQUECEU O EMAIL?</a:t>
            </a:r>
          </a:p>
        </p:txBody>
      </p:sp>
    </p:spTree>
    <p:extLst>
      <p:ext uri="{BB962C8B-B14F-4D97-AF65-F5344CB8AC3E}">
        <p14:creationId xmlns:p14="http://schemas.microsoft.com/office/powerpoint/2010/main" val="284094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2AD9A75-2677-4975-BDA8-A4243A43BD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0" t="11869" r="8000" b="11088"/>
          <a:stretch/>
        </p:blipFill>
        <p:spPr>
          <a:xfrm>
            <a:off x="19227" y="5110"/>
            <a:ext cx="12172773" cy="621281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8C5F89-0643-4E6D-90C2-098AFAD94259}"/>
              </a:ext>
            </a:extLst>
          </p:cNvPr>
          <p:cNvSpPr/>
          <p:nvPr/>
        </p:nvSpPr>
        <p:spPr>
          <a:xfrm>
            <a:off x="0" y="4724400"/>
            <a:ext cx="12192000" cy="2148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	QUAL SEU CELULAR?</a:t>
            </a:r>
          </a:p>
        </p:txBody>
      </p:sp>
    </p:spTree>
    <p:extLst>
      <p:ext uri="{BB962C8B-B14F-4D97-AF65-F5344CB8AC3E}">
        <p14:creationId xmlns:p14="http://schemas.microsoft.com/office/powerpoint/2010/main" val="365001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22935F9-2CF2-4AED-B7EA-22F265BC7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745" y="-35663"/>
            <a:ext cx="5168805" cy="689366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21921" y="1593262"/>
            <a:ext cx="59740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Se você está com o celular em mãos e desbloqueado</a:t>
            </a:r>
          </a:p>
          <a:p>
            <a:pPr algn="just"/>
            <a:r>
              <a:rPr lang="pt-BR" sz="3200" dirty="0"/>
              <a:t>Para visualizar os e-mails do Google atualmente ativos no aparelho:</a:t>
            </a:r>
          </a:p>
          <a:p>
            <a:pPr marL="342900" indent="-342900" algn="just">
              <a:buAutoNum type="arabicPeriod"/>
            </a:pPr>
            <a:r>
              <a:rPr lang="pt-BR" sz="3200" dirty="0"/>
              <a:t>Abra o aplicativo de Configurações do seu Samsung (ícone de engrenagem).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3704FCD-43A2-4917-BB05-0EA3FB4368F5}"/>
              </a:ext>
            </a:extLst>
          </p:cNvPr>
          <p:cNvSpPr/>
          <p:nvPr/>
        </p:nvSpPr>
        <p:spPr>
          <a:xfrm>
            <a:off x="10687050" y="-38862"/>
            <a:ext cx="1504950" cy="6896862"/>
          </a:xfrm>
          <a:prstGeom prst="rect">
            <a:avLst/>
          </a:prstGeom>
          <a:solidFill>
            <a:srgbClr val="989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C905696-A9E8-4CAF-90DE-80A4445D57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595602" y="3488911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0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5" y="1745662"/>
            <a:ext cx="67246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2.  Role a tela para baixo e selecione Contas e backup.</a:t>
            </a:r>
          </a:p>
          <a:p>
            <a:pPr marL="342900" indent="-342900">
              <a:buAutoNum type="arabicPeriod"/>
            </a:pPr>
            <a:endParaRPr lang="pt-BR" sz="60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A95BADAC-4895-4B19-A776-B10ACFA45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35" y="0"/>
            <a:ext cx="5142065" cy="68580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81896EA-FDDE-4B3E-B51B-4EF9F35346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5" t="1980" r="11198" b="1303"/>
          <a:stretch/>
        </p:blipFill>
        <p:spPr>
          <a:xfrm>
            <a:off x="8324849" y="628650"/>
            <a:ext cx="2628901" cy="565785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46787">
            <a:off x="8435828" y="-31212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7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5" y="1745662"/>
            <a:ext cx="67246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2.  Role a tela para baixo e selecione Contas e backup.</a:t>
            </a:r>
          </a:p>
          <a:p>
            <a:pPr marL="342900" indent="-342900">
              <a:buAutoNum type="arabicPeriod"/>
            </a:pPr>
            <a:endParaRPr lang="pt-BR" sz="6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74E041-4C3E-4C59-97B2-920D96668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088" y="-38862"/>
            <a:ext cx="5170632" cy="68961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46787">
            <a:off x="8445563" y="2388705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23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5" y="1745662"/>
            <a:ext cx="6724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3. Toque em Gerenciar contas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C354245-536E-47C2-AC4A-E1CB9966A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034" y="-38862"/>
            <a:ext cx="5171203" cy="689686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46787">
            <a:off x="8445563" y="233257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9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9C0979-06F6-4709-8716-F238E2191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4" y="1745662"/>
            <a:ext cx="82685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dirty="0"/>
              <a:t>4. Você verá uma lista com todas as contas conectadas. Procure pelos endereços que terminam com @gmail.com (com o ícone colorido do Google).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451A903-3DA5-4652-A0F2-C69100A36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50" y="0"/>
            <a:ext cx="3371850" cy="683736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63" y="2134362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5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0F57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367484" y="1745662"/>
            <a:ext cx="82685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i="1" dirty="0"/>
              <a:t>Alternativa rápida:</a:t>
            </a:r>
            <a:r>
              <a:rPr lang="pt-BR" sz="4400" dirty="0"/>
              <a:t> Abra o aplicativo do </a:t>
            </a:r>
            <a:r>
              <a:rPr lang="pt-BR" sz="4400" b="1" dirty="0"/>
              <a:t>Gmail</a:t>
            </a:r>
            <a:r>
              <a:rPr lang="pt-BR" sz="4400" dirty="0"/>
              <a:t> ou da </a:t>
            </a:r>
            <a:r>
              <a:rPr lang="pt-BR" sz="4400" b="1" dirty="0"/>
              <a:t>Play </a:t>
            </a:r>
            <a:r>
              <a:rPr lang="pt-BR" sz="4400" b="1" dirty="0" err="1"/>
              <a:t>Store</a:t>
            </a:r>
            <a:r>
              <a:rPr lang="pt-BR" sz="4400" dirty="0"/>
              <a:t> e toque na sua </a:t>
            </a:r>
            <a:r>
              <a:rPr lang="pt-BR" sz="4400" b="1" dirty="0"/>
              <a:t>foto de perfil</a:t>
            </a:r>
            <a:r>
              <a:rPr lang="pt-BR" sz="4400" dirty="0"/>
              <a:t> no canto superior direito. O e-mail principal aparecerá logo abaixo do seu nome</a:t>
            </a:r>
            <a:endParaRPr lang="pt-BR" sz="88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0B03B30-68DD-BC7C-745E-6B16524C0595}"/>
              </a:ext>
            </a:extLst>
          </p:cNvPr>
          <p:cNvSpPr/>
          <p:nvPr/>
        </p:nvSpPr>
        <p:spPr>
          <a:xfrm>
            <a:off x="8820150" y="-38862"/>
            <a:ext cx="3371088" cy="6896862"/>
          </a:xfrm>
          <a:prstGeom prst="rect">
            <a:avLst/>
          </a:prstGeom>
          <a:solidFill>
            <a:srgbClr val="989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194" name="Picture 2" descr="Google Play Store permitirá desinstalar apps remotamente">
            <a:extLst>
              <a:ext uri="{FF2B5EF4-FFF2-40B4-BE49-F238E27FC236}">
                <a16:creationId xmlns:a16="http://schemas.microsoft.com/office/drawing/2014/main" id="{0D4D2FA3-89A1-4669-9B54-100AD927D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19" y="135628"/>
            <a:ext cx="2429362" cy="161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33C8113-C10F-E9D1-9A7A-A7E83D038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504" y="561974"/>
            <a:ext cx="2804699" cy="57340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9AD4DA9-B11C-44A1-9358-F30EF367D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971" y="561974"/>
            <a:ext cx="4762500" cy="47625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B38F919-E9CA-DF9A-3ED1-1FBBB38D5E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0"/>
            <a:ext cx="4221480" cy="140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97078" y="2132838"/>
            <a:ext cx="66979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Como encontrar o Gmail no celular• Pelo menu de Configurações:	</a:t>
            </a:r>
          </a:p>
          <a:p>
            <a:pPr algn="just"/>
            <a:endParaRPr lang="pt-BR" sz="3200" b="1" dirty="0"/>
          </a:p>
          <a:p>
            <a:pPr algn="just"/>
            <a:r>
              <a:rPr lang="pt-BR" sz="3200" b="1" dirty="0"/>
              <a:t>1. Deslize a tela para cima e abra Configurar (Configurações)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6BB4DD-C10A-4CB0-B48C-709F03F2D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998" y="-19050"/>
            <a:ext cx="5171203" cy="689686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55F7262-CDE2-4EEE-87A8-77512B799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10265298" y="3450987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05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70054" y="1687354"/>
            <a:ext cx="6697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2. Role e toque em </a:t>
            </a:r>
          </a:p>
          <a:p>
            <a:r>
              <a:rPr lang="pt-BR" sz="6000" b="1" dirty="0"/>
              <a:t>Senhas e contas </a:t>
            </a:r>
            <a:r>
              <a:rPr lang="pt-BR" sz="6000" dirty="0"/>
              <a:t>ou </a:t>
            </a:r>
            <a:br>
              <a:rPr lang="pt-BR" sz="6000" dirty="0"/>
            </a:br>
            <a:r>
              <a:rPr lang="pt-BR" sz="6000" b="1" dirty="0"/>
              <a:t>Contas</a:t>
            </a:r>
            <a:r>
              <a:rPr lang="pt-BR" sz="6000" dirty="0"/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E15E2B5-0B8C-4550-BB63-370FA2833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087" y="-38862"/>
            <a:ext cx="5171203" cy="689686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55F7262-CDE2-4EEE-87A8-77512B799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776700" y="-701913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04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70054" y="1687354"/>
            <a:ext cx="6697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2. Role e toque em </a:t>
            </a:r>
          </a:p>
          <a:p>
            <a:r>
              <a:rPr lang="pt-BR" sz="6000" b="1" dirty="0"/>
              <a:t>Senhas e contas </a:t>
            </a:r>
            <a:r>
              <a:rPr lang="pt-BR" sz="6000" dirty="0"/>
              <a:t>ou </a:t>
            </a:r>
            <a:br>
              <a:rPr lang="pt-BR" sz="6000" dirty="0"/>
            </a:br>
            <a:r>
              <a:rPr lang="pt-BR" sz="6000" b="1" dirty="0"/>
              <a:t>Contas</a:t>
            </a:r>
            <a:r>
              <a:rPr lang="pt-BR" sz="6000" dirty="0"/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EF2386C-3C96-4187-AD9E-6A0ECBEED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086" y="-38862"/>
            <a:ext cx="5171203" cy="689686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F8D701B-3499-441F-A454-7E9D33A0F171}"/>
              </a:ext>
            </a:extLst>
          </p:cNvPr>
          <p:cNvSpPr/>
          <p:nvPr/>
        </p:nvSpPr>
        <p:spPr>
          <a:xfrm>
            <a:off x="9182100" y="2609850"/>
            <a:ext cx="933450" cy="5362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55F7262-CDE2-4EEE-87A8-77512B7992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8904588" y="728405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97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2D8015-06A7-41DD-99CC-C8D926A0E93D}"/>
              </a:ext>
            </a:extLst>
          </p:cNvPr>
          <p:cNvSpPr txBox="1"/>
          <p:nvPr/>
        </p:nvSpPr>
        <p:spPr>
          <a:xfrm>
            <a:off x="170054" y="1687354"/>
            <a:ext cx="6697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3. Toque em </a:t>
            </a:r>
            <a:r>
              <a:rPr lang="pt-BR" sz="6000" b="1" dirty="0"/>
              <a:t>Google</a:t>
            </a:r>
            <a:r>
              <a:rPr lang="pt-BR" sz="6000" dirty="0"/>
              <a:t> para ver a lista de contas vinculadas ao aparelho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7BA3CC9-2BE2-4E6E-A616-E2FEAABB6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603" y="-121810"/>
            <a:ext cx="5233397" cy="697981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C41E459-7126-4404-9C0C-9B18B417B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8916004" y="-150777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9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F851EC3-92DB-4D0F-B328-A82C780F8FE7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35F17F-BC50-411B-9827-68C9D371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A33A702-8A78-449E-AE1D-F3C1D1E1A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1" y="-38862"/>
            <a:ext cx="5181600" cy="69107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C41E459-7126-4404-9C0C-9B18B417B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570117" y="-455577"/>
            <a:ext cx="3459247" cy="345924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700555-821E-4CEE-97A1-5282C1535541}"/>
              </a:ext>
            </a:extLst>
          </p:cNvPr>
          <p:cNvSpPr txBox="1"/>
          <p:nvPr/>
        </p:nvSpPr>
        <p:spPr>
          <a:xfrm>
            <a:off x="170054" y="1687354"/>
            <a:ext cx="66979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/>
              <a:t>3. Toque em </a:t>
            </a:r>
            <a:r>
              <a:rPr lang="pt-BR" sz="6000" b="1" dirty="0"/>
              <a:t>Google</a:t>
            </a:r>
            <a:r>
              <a:rPr lang="pt-BR" sz="6000" dirty="0"/>
              <a:t> para ver a lista de contas vinculadas ao aparelho</a:t>
            </a:r>
          </a:p>
        </p:txBody>
      </p:sp>
    </p:spTree>
    <p:extLst>
      <p:ext uri="{BB962C8B-B14F-4D97-AF65-F5344CB8AC3E}">
        <p14:creationId xmlns:p14="http://schemas.microsoft.com/office/powerpoint/2010/main" val="1264069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C581-EA4D-B17E-52B0-8F94BE4D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63457CC-E9FD-4BD4-5105-3FE3BBB759FA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E69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0352C0-CFE2-CBAB-55B1-BB43B8A3D0DF}"/>
              </a:ext>
            </a:extLst>
          </p:cNvPr>
          <p:cNvSpPr txBox="1"/>
          <p:nvPr/>
        </p:nvSpPr>
        <p:spPr>
          <a:xfrm>
            <a:off x="367484" y="1745662"/>
            <a:ext cx="82685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i="1" dirty="0"/>
              <a:t>Alternativa rápida:</a:t>
            </a:r>
            <a:r>
              <a:rPr lang="pt-BR" sz="4400" dirty="0"/>
              <a:t> Abra o aplicativo do </a:t>
            </a:r>
            <a:r>
              <a:rPr lang="pt-BR" sz="4400" b="1" dirty="0"/>
              <a:t>Gmail</a:t>
            </a:r>
            <a:r>
              <a:rPr lang="pt-BR" sz="4400" dirty="0"/>
              <a:t> ou da </a:t>
            </a:r>
            <a:r>
              <a:rPr lang="pt-BR" sz="4400" b="1" dirty="0"/>
              <a:t>Play </a:t>
            </a:r>
            <a:r>
              <a:rPr lang="pt-BR" sz="4400" b="1" dirty="0" err="1"/>
              <a:t>Store</a:t>
            </a:r>
            <a:r>
              <a:rPr lang="pt-BR" sz="4400" dirty="0"/>
              <a:t> e toque na sua </a:t>
            </a:r>
            <a:r>
              <a:rPr lang="pt-BR" sz="4400" b="1" dirty="0"/>
              <a:t>foto de perfil</a:t>
            </a:r>
            <a:r>
              <a:rPr lang="pt-BR" sz="4400" dirty="0"/>
              <a:t> no canto superior direito. O e-mail principal aparecerá logo abaixo do seu nome</a:t>
            </a:r>
            <a:endParaRPr lang="pt-BR" sz="88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BA0DDF3-7D8B-415A-F8BC-6694BB24EE85}"/>
              </a:ext>
            </a:extLst>
          </p:cNvPr>
          <p:cNvSpPr/>
          <p:nvPr/>
        </p:nvSpPr>
        <p:spPr>
          <a:xfrm>
            <a:off x="8820150" y="-38862"/>
            <a:ext cx="3371088" cy="6896862"/>
          </a:xfrm>
          <a:prstGeom prst="rect">
            <a:avLst/>
          </a:prstGeom>
          <a:solidFill>
            <a:srgbClr val="989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194" name="Picture 2" descr="Google Play Store permitirá desinstalar apps remotamente">
            <a:extLst>
              <a:ext uri="{FF2B5EF4-FFF2-40B4-BE49-F238E27FC236}">
                <a16:creationId xmlns:a16="http://schemas.microsoft.com/office/drawing/2014/main" id="{37EAF569-59DF-348F-29AB-720B7AF2A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19" y="135628"/>
            <a:ext cx="2429362" cy="161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9017D50-AFB9-3FC1-5B2D-A5F3D97DE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504" y="561974"/>
            <a:ext cx="2804699" cy="57340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A7DA84C-A81C-DC35-3003-30CFD9F6E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971" y="561974"/>
            <a:ext cx="4762500" cy="47625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3219C6F-8CDE-7A17-23D0-95105EFB49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-289219"/>
            <a:ext cx="21717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6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1CFD-E1BD-93F9-9449-5B1D2448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5224211-97E3-60FC-942A-0DBC177BFCF0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56DBC5-D052-E1D0-4A90-0412DE6DCAD9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⚙️ Método Principal: Pelas Configurações do Sistema</a:t>
            </a:r>
          </a:p>
          <a:p>
            <a:pPr algn="just"/>
            <a:r>
              <a:rPr lang="pt-BR" sz="3200" b="1" dirty="0"/>
              <a:t>1. Abra o aplicativo Configurações do seu Xiaomi.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C4B6B4-F020-2B18-BD01-4A9806712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B469F468-81C7-5F23-C363-40316DE06865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824FF49-7C4A-C7EE-B561-4C07F51FF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268" y="190677"/>
            <a:ext cx="3163848" cy="68580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08D10C2-10D5-77F1-1E2A-897A638D5F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8883696" y="4075103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67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6A05-7AE2-721D-34DD-0BE6F946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AD11591-B8D6-3F1A-A2B9-B57B9FC3F845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7C0373-112B-007F-D08B-7DC278EA6378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⚙️ Método Principal: Pelas Configurações do Sistema</a:t>
            </a:r>
          </a:p>
          <a:p>
            <a:pPr algn="just"/>
            <a:r>
              <a:rPr lang="pt-BR" sz="3200" b="1" dirty="0"/>
              <a:t>1. Abra o aplicativo Configurações do seu Xiaomi.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9D370E-C7D5-2C30-E4E3-86AAE7779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46287F07-8F20-0AB0-2118-51288A915825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8B5388-3A7E-08C5-7234-41074C701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340" y="407396"/>
            <a:ext cx="3161776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3A3E14E-BE37-4A40-F39C-DEF3580C82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996" y="1322427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78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D502-53EF-D64E-13C4-AB79B6E7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EE7857-B903-C9B5-805F-09AC6B6E5F07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BDC5C48-6699-892F-F1DF-77439BF767AF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2. Role a tela para baixo até encontrar a opção Google (ou Contas e Sincronização / Contas).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88C0DF-90DB-6B93-6DFA-57266CBA7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9A8A1F52-674C-6302-CE08-BE4204D4D159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05661A-B65C-27CD-7EC3-1D3F3209E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941" y="-130629"/>
            <a:ext cx="3161776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4569148-1372-E467-169B-100E40D410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837093" y="-1164554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3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6473-09BB-6C3D-1374-7F17E120F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193F97-B180-4109-E245-B12267B32197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402864-4ACA-F49A-568C-F5FD43BB25F7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2. Role a tela para baixo até encontrar a opção Google (ou Contas e Sincronização / Contas).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434869C-4A5D-9F85-EC6E-DF9A0C961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D7643DDC-7213-54B7-AE15-1859604D4D38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9E4B29C-0D6C-3D60-3560-3477B9A9A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762" y="420914"/>
            <a:ext cx="3161776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9436306-532E-BB77-1174-7B328D6B2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296739" y="1868932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1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C3FA-E87B-1D61-30F4-B72173E0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1D71BE8-9E67-F231-7642-A4D3B5E74561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9E1B2E9-C7E4-1897-F8AD-FB449001918E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3. O endereço de e-mail cadastrado aparecerá logo no topo da tela, abaixo do seu nome e da sua foto de perfil.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5FAF52-F5C0-A306-0F59-FD20671C0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73204295-8B09-D46F-03BA-F45037AAF50E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29683B-A820-A1C0-9F09-4C4C89075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711" y="169555"/>
            <a:ext cx="3161776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9BB5EB6-94EF-5A28-6C67-AD43EABAB8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558562" y="597252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7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F5B0-E407-C39B-9AEE-DA26BFAC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01E0E8-76F4-5281-D56C-980339E7D5B6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E262907-5831-C01A-5FEB-74D16B6E3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AE7B350B-E44B-0678-0E57-C9CDD765EAF6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7779CAB-04A3-2EAB-6B2D-83321B984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0" r="9561" b="13172"/>
          <a:stretch>
            <a:fillRect/>
          </a:stretch>
        </p:blipFill>
        <p:spPr>
          <a:xfrm>
            <a:off x="7809867" y="-1047303"/>
            <a:ext cx="3677464" cy="765856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7C10452-BC8E-B53A-2DE9-031C3BBEB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389912" y="-351480"/>
            <a:ext cx="3459247" cy="345924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F502DE4-B25F-4C09-140D-5CA83DBAC465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3. O endereço de e-mail cadastrado aparecerá logo no topo da tela, abaixo do seu nome e da sua foto de perfil.</a:t>
            </a:r>
          </a:p>
        </p:txBody>
      </p:sp>
    </p:spTree>
    <p:extLst>
      <p:ext uri="{BB962C8B-B14F-4D97-AF65-F5344CB8AC3E}">
        <p14:creationId xmlns:p14="http://schemas.microsoft.com/office/powerpoint/2010/main" val="376310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EFB15-9691-2622-F191-76D1AFD0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3466820-F520-32BD-61CE-C3796AA24391}"/>
              </a:ext>
            </a:extLst>
          </p:cNvPr>
          <p:cNvSpPr/>
          <p:nvPr/>
        </p:nvSpPr>
        <p:spPr>
          <a:xfrm>
            <a:off x="0" y="-38862"/>
            <a:ext cx="12191238" cy="6896862"/>
          </a:xfrm>
          <a:prstGeom prst="rect">
            <a:avLst/>
          </a:prstGeom>
          <a:solidFill>
            <a:srgbClr val="FFCB0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4887544-D7C3-172A-52CC-A2CBC88F19B3}"/>
              </a:ext>
            </a:extLst>
          </p:cNvPr>
          <p:cNvSpPr txBox="1"/>
          <p:nvPr/>
        </p:nvSpPr>
        <p:spPr>
          <a:xfrm>
            <a:off x="367484" y="1745662"/>
            <a:ext cx="82685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i="1" dirty="0"/>
              <a:t>Alternativa rápida:</a:t>
            </a:r>
            <a:r>
              <a:rPr lang="pt-BR" sz="4400" dirty="0"/>
              <a:t> Abra o aplicativo do </a:t>
            </a:r>
            <a:r>
              <a:rPr lang="pt-BR" sz="4400" b="1" dirty="0"/>
              <a:t>Gmail</a:t>
            </a:r>
            <a:r>
              <a:rPr lang="pt-BR" sz="4400" dirty="0"/>
              <a:t> ou da </a:t>
            </a:r>
            <a:r>
              <a:rPr lang="pt-BR" sz="4400" b="1" dirty="0"/>
              <a:t>Play </a:t>
            </a:r>
            <a:r>
              <a:rPr lang="pt-BR" sz="4400" b="1" dirty="0" err="1"/>
              <a:t>Store</a:t>
            </a:r>
            <a:r>
              <a:rPr lang="pt-BR" sz="4400" dirty="0"/>
              <a:t> e toque na sua </a:t>
            </a:r>
            <a:r>
              <a:rPr lang="pt-BR" sz="4400" b="1" dirty="0"/>
              <a:t>foto de perfil</a:t>
            </a:r>
            <a:r>
              <a:rPr lang="pt-BR" sz="4400" dirty="0"/>
              <a:t> no canto superior direito. O e-mail principal aparecerá logo abaixo do seu nome</a:t>
            </a:r>
            <a:endParaRPr lang="pt-BR" sz="88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D9C16A1-0377-22D9-9781-CEFFABAB02AB}"/>
              </a:ext>
            </a:extLst>
          </p:cNvPr>
          <p:cNvSpPr/>
          <p:nvPr/>
        </p:nvSpPr>
        <p:spPr>
          <a:xfrm>
            <a:off x="8820150" y="-38862"/>
            <a:ext cx="3371088" cy="6896862"/>
          </a:xfrm>
          <a:prstGeom prst="rect">
            <a:avLst/>
          </a:prstGeom>
          <a:solidFill>
            <a:srgbClr val="989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194" name="Picture 2" descr="Google Play Store permitirá desinstalar apps remotamente">
            <a:extLst>
              <a:ext uri="{FF2B5EF4-FFF2-40B4-BE49-F238E27FC236}">
                <a16:creationId xmlns:a16="http://schemas.microsoft.com/office/drawing/2014/main" id="{E9D6A11E-9143-AB77-7EA1-5B1DA946C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19" y="135628"/>
            <a:ext cx="2429362" cy="161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7ED4FA7-F340-186F-5303-2905C451B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504" y="561974"/>
            <a:ext cx="2804699" cy="57340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E47B67-F6BA-2E91-B88E-53F690A8F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971" y="561974"/>
            <a:ext cx="4762500" cy="47625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2654F8D-B5A8-6CA2-50FF-B8840092A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80" y="97064"/>
            <a:ext cx="1519238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5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658C5-0C25-6E69-4EFB-33DB180F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DA1CC32-2EE8-329E-51AB-004384D58BD3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5E977E7-CF1A-E37E-B8DE-58B5A6E3AD61}"/>
              </a:ext>
            </a:extLst>
          </p:cNvPr>
          <p:cNvSpPr txBox="1"/>
          <p:nvPr/>
        </p:nvSpPr>
        <p:spPr>
          <a:xfrm>
            <a:off x="197078" y="2132838"/>
            <a:ext cx="66979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como encontrar contas do Google nos Ajustes</a:t>
            </a:r>
          </a:p>
          <a:p>
            <a:pPr lvl="0"/>
            <a:r>
              <a:rPr lang="pt-BR" sz="3200" b="1" dirty="0"/>
              <a:t>Em Contatos ou Mail:</a:t>
            </a:r>
            <a:r>
              <a:rPr lang="pt-BR" sz="3200" dirty="0"/>
              <a:t> </a:t>
            </a:r>
            <a:br>
              <a:rPr lang="pt-BR" sz="3200" dirty="0"/>
            </a:br>
            <a:r>
              <a:rPr lang="pt-BR" sz="3200" dirty="0"/>
              <a:t>1. Abra </a:t>
            </a:r>
            <a:r>
              <a:rPr lang="pt-BR" sz="3200" b="1" dirty="0"/>
              <a:t>Ajustes</a:t>
            </a:r>
            <a:endParaRPr lang="pt-BR" sz="32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407FDD-301B-6CFD-3A32-51A7672349B7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71554D3-38F3-D964-9D05-090B5F65C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A95757D-F5E0-6498-312D-86EC41437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969" y="0"/>
            <a:ext cx="3541259" cy="68580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0EA0523-C8BA-D499-CB04-48A1DB1BA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00000">
            <a:off x="9689604" y="3989173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2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43A5-735A-6202-070D-AEC6AFD6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0D479A4-AD42-E9C7-88AE-81FF8EA0469F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77BD36-8655-E9D8-0A17-9B20F10E731B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2. </a:t>
            </a:r>
            <a:r>
              <a:rPr lang="pt-BR" sz="3200" dirty="0"/>
              <a:t>toque em </a:t>
            </a:r>
            <a:r>
              <a:rPr lang="pt-BR" sz="3200" b="1" dirty="0"/>
              <a:t>apps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2F06275-E245-6715-6636-7D930930A74B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42EB4E4-9410-1764-EEB0-1C0AD671F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B624C89-F08D-BB72-AEBB-62F1BD19C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550" y="-1"/>
            <a:ext cx="3542097" cy="6858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2E93FD3-093E-FDF7-58C5-769006FFB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8804452" y="3567441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E0D87-B492-4BB5-0A32-0549B1E45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4BF45D7-B61C-170F-162B-9E7ACB1F184A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4EB9E47-B6A5-CE8E-2D20-DC278A42DC77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3. </a:t>
            </a:r>
            <a:r>
              <a:rPr lang="pt-BR" sz="3200" dirty="0"/>
              <a:t>toque em </a:t>
            </a:r>
            <a:r>
              <a:rPr lang="pt-BR" sz="3200" b="1" dirty="0"/>
              <a:t>Contatos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932DDC4-68EF-1C15-7C0C-F1AE22F11854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8E103D-1E6F-4C34-AC8E-6FF922C9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98AABAA-4178-676E-2589-55230C879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1" b="3056"/>
          <a:stretch>
            <a:fillRect/>
          </a:stretch>
        </p:blipFill>
        <p:spPr>
          <a:xfrm>
            <a:off x="7730719" y="0"/>
            <a:ext cx="3272561" cy="66484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D5D4864-733B-B6EC-57C9-9F16A14F2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193844" y="1534239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7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6977C-6CFA-DDF0-16B0-7131D087D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45DF7EF-B208-7A37-2309-F01CCC2D0890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8F8E2F2-C82C-4404-EC89-F3BE2A075238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4. </a:t>
            </a:r>
            <a:r>
              <a:rPr lang="pt-BR" sz="3200" dirty="0"/>
              <a:t>toque em </a:t>
            </a:r>
            <a:r>
              <a:rPr lang="pt-BR" sz="3200" b="1" dirty="0"/>
              <a:t>Contatos e contas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C6B5CC6-10DB-7185-6AC3-F6FA17BE8241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021D672-290B-9522-6DFA-655275DBD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8968971-416D-D5E0-3CA7-BFC2FD7CF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547" y="0"/>
            <a:ext cx="3800104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218800E-1AB7-92CD-472B-92B458835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322061" y="919734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5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D9603-C6B7-E4E6-43AA-B95FDE99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40B27A6-6D43-7676-E384-4BC91FDFF77C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E316904-AD43-F2ED-308D-132A0FD972C0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5. </a:t>
            </a:r>
            <a:r>
              <a:rPr lang="pt-BR" sz="3200" dirty="0"/>
              <a:t>toque em </a:t>
            </a:r>
            <a:r>
              <a:rPr lang="pt-BR" sz="3200" b="1" dirty="0"/>
              <a:t>Gmail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838C8EE-BD9B-D602-92FC-32BB0ADB8251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96BDE0D-5DD0-4F8F-4B80-D9A1F8261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9C53E1C-93A4-1766-00A8-379B40251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2" t="5442" r="7960" b="9497"/>
          <a:stretch>
            <a:fillRect/>
          </a:stretch>
        </p:blipFill>
        <p:spPr>
          <a:xfrm>
            <a:off x="7810500" y="0"/>
            <a:ext cx="3581400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2237918-4B24-34BC-D8B4-437CB8AC9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057662" y="305230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3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2312-C398-CE35-9DD6-B62C7DA5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BF6F2C4-11BF-05F4-93A4-D41C4B29FA00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07CD81C-7ACF-EFEA-08F5-7E85B30E141C}"/>
              </a:ext>
            </a:extLst>
          </p:cNvPr>
          <p:cNvSpPr txBox="1"/>
          <p:nvPr/>
        </p:nvSpPr>
        <p:spPr>
          <a:xfrm>
            <a:off x="197078" y="2132838"/>
            <a:ext cx="669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6. Ajustes da conta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E1C85C-7182-4BCB-406F-9D8C57881727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436F53-C197-8DB2-3173-FEED61972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D6733DF-1BB0-7114-3801-7E38E4E34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439" y="-1"/>
            <a:ext cx="3582319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66A80F3-7253-4062-8A1E-7F35D79085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12485">
            <a:off x="9033734" y="1699376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4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C66F-BA68-5C86-5FEE-AF5FEC67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7DC91D-51E7-9986-194C-03606D161981}"/>
              </a:ext>
            </a:extLst>
          </p:cNvPr>
          <p:cNvSpPr/>
          <p:nvPr/>
        </p:nvSpPr>
        <p:spPr>
          <a:xfrm>
            <a:off x="0" y="0"/>
            <a:ext cx="12234201" cy="6857999"/>
          </a:xfrm>
          <a:prstGeom prst="rect">
            <a:avLst/>
          </a:prstGeom>
          <a:solidFill>
            <a:srgbClr val="FD38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0A9C6D-028C-308A-BA81-B4F9D5F8788C}"/>
              </a:ext>
            </a:extLst>
          </p:cNvPr>
          <p:cNvSpPr txBox="1"/>
          <p:nvPr/>
        </p:nvSpPr>
        <p:spPr>
          <a:xfrm>
            <a:off x="197078" y="2132838"/>
            <a:ext cx="66979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/>
              <a:t>7. Agora a conta google esta na tela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930D76B-C026-079B-473C-20FA17840A44}"/>
              </a:ext>
            </a:extLst>
          </p:cNvPr>
          <p:cNvSpPr/>
          <p:nvPr/>
        </p:nvSpPr>
        <p:spPr>
          <a:xfrm>
            <a:off x="7062998" y="0"/>
            <a:ext cx="5171203" cy="6857999"/>
          </a:xfrm>
          <a:prstGeom prst="rect">
            <a:avLst/>
          </a:prstGeom>
          <a:solidFill>
            <a:srgbClr val="9792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3FDE50-172B-2268-2DF1-CECC281A0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492" y="166788"/>
            <a:ext cx="1002014" cy="1229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6D5EB84-305F-7414-7BF8-F99409EE7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430" y="166788"/>
            <a:ext cx="3176337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561DB3D-91AB-D756-408D-A0D586CF0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178">
            <a:off x="8495861" y="1418563"/>
            <a:ext cx="3459247" cy="34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9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5251D7A-AA61-7B65-387C-1435DD406B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EC60C3B-9836-44AE-BC63-BC6B5F66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73A71931-370E-406A-8A30-E053BD569BE8}"/>
              </a:ext>
            </a:extLst>
          </p:cNvPr>
          <p:cNvSpPr/>
          <p:nvPr/>
        </p:nvSpPr>
        <p:spPr>
          <a:xfrm rot="8093117">
            <a:off x="7363774" y="213360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819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1688A7E-2C46-C510-33E3-C73E9CD746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B918841-BFA6-4406-8513-93C6F17A7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A4DD580E-9C9B-4A22-8029-A611EDB3841E}"/>
              </a:ext>
            </a:extLst>
          </p:cNvPr>
          <p:cNvSpPr/>
          <p:nvPr/>
        </p:nvSpPr>
        <p:spPr>
          <a:xfrm>
            <a:off x="7315200" y="3352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657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C6C61F2-78F3-37D1-CD6A-F50E577992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795653-46D9-4A14-8C93-9A6C4C27E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A98FC192-81B9-479A-9E21-D12CF88FBCF2}"/>
              </a:ext>
            </a:extLst>
          </p:cNvPr>
          <p:cNvSpPr/>
          <p:nvPr/>
        </p:nvSpPr>
        <p:spPr>
          <a:xfrm rot="10800000">
            <a:off x="4808984" y="318516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45AEAE-5E1F-48D8-B18D-A2D7A34F7513}"/>
              </a:ext>
            </a:extLst>
          </p:cNvPr>
          <p:cNvSpPr/>
          <p:nvPr/>
        </p:nvSpPr>
        <p:spPr>
          <a:xfrm>
            <a:off x="2718434" y="3063240"/>
            <a:ext cx="601028" cy="243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281A24-79E5-4390-ACD8-54EFF4E58A0E}"/>
              </a:ext>
            </a:extLst>
          </p:cNvPr>
          <p:cNvSpPr txBox="1"/>
          <p:nvPr/>
        </p:nvSpPr>
        <p:spPr>
          <a:xfrm>
            <a:off x="2602808" y="3070860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NomeEmail</a:t>
            </a:r>
            <a:endParaRPr lang="pt-BR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856816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533</TotalTime>
  <Words>464</Words>
  <Application>Microsoft Office PowerPoint</Application>
  <PresentationFormat>Widescreen</PresentationFormat>
  <Paragraphs>38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Aptos</vt:lpstr>
      <vt:lpstr>Arial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24</cp:revision>
  <dcterms:created xsi:type="dcterms:W3CDTF">2026-10-21T13:01:14Z</dcterms:created>
  <dcterms:modified xsi:type="dcterms:W3CDTF">2026-10-22T01:46:15Z</dcterms:modified>
</cp:coreProperties>
</file>