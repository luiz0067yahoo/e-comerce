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4"/>
  </p:notesMasterIdLst>
  <p:sldIdLst>
    <p:sldId id="257" r:id="rId2"/>
    <p:sldId id="258" r:id="rId3"/>
    <p:sldId id="259" r:id="rId4"/>
    <p:sldId id="275" r:id="rId5"/>
    <p:sldId id="276" r:id="rId6"/>
    <p:sldId id="273" r:id="rId7"/>
    <p:sldId id="274" r:id="rId8"/>
    <p:sldId id="277" r:id="rId9"/>
    <p:sldId id="272" r:id="rId10"/>
    <p:sldId id="279" r:id="rId11"/>
    <p:sldId id="278" r:id="rId12"/>
    <p:sldId id="26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102" d="100"/>
          <a:sy n="102" d="100"/>
        </p:scale>
        <p:origin x="9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6B2438-AF84-4464-AC48-188C17F85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14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3C36B0-5D1B-47DD-B653-275863BDB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85" t="8935" r="36057"/>
          <a:stretch/>
        </p:blipFill>
        <p:spPr>
          <a:xfrm>
            <a:off x="4327202" y="19802"/>
            <a:ext cx="3874118" cy="68381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D4A419-30D0-4F5E-9FAE-F2C5A4CC1017}"/>
              </a:ext>
            </a:extLst>
          </p:cNvPr>
          <p:cNvSpPr/>
          <p:nvPr/>
        </p:nvSpPr>
        <p:spPr>
          <a:xfrm>
            <a:off x="0" y="0"/>
            <a:ext cx="432720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TELA DE REPOUSO</a:t>
            </a:r>
          </a:p>
          <a:p>
            <a:pPr algn="ctr"/>
            <a:br>
              <a:rPr lang="pt-BR" sz="2800" dirty="0"/>
            </a:br>
            <a:r>
              <a:rPr lang="pt-BR" sz="2800" dirty="0"/>
              <a:t>APERTA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O ENTER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PARA ENTRAR</a:t>
            </a:r>
          </a:p>
        </p:txBody>
      </p:sp>
    </p:spTree>
    <p:extLst>
      <p:ext uri="{BB962C8B-B14F-4D97-AF65-F5344CB8AC3E}">
        <p14:creationId xmlns:p14="http://schemas.microsoft.com/office/powerpoint/2010/main" val="4228351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7447775-E63E-4A0F-B970-7E0777199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449" y="0"/>
            <a:ext cx="9146551" cy="6858000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3619893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NUM LOCK APAGADO NÃO DIGITA NÚMERO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POR FAVOR LIGUE NUM LOCK</a:t>
            </a:r>
          </a:p>
        </p:txBody>
      </p:sp>
    </p:spTree>
    <p:extLst>
      <p:ext uri="{BB962C8B-B14F-4D97-AF65-F5344CB8AC3E}">
        <p14:creationId xmlns:p14="http://schemas.microsoft.com/office/powerpoint/2010/main" val="2685724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78007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 err="1"/>
              <a:t>caps</a:t>
            </a:r>
            <a:r>
              <a:rPr lang="pt-BR" sz="4800" dirty="0"/>
              <a:t> </a:t>
            </a:r>
            <a:r>
              <a:rPr lang="pt-BR" sz="4800" dirty="0" err="1"/>
              <a:t>lock</a:t>
            </a:r>
            <a:r>
              <a:rPr lang="pt-BR" sz="4800" dirty="0"/>
              <a:t> apagado texto fica minúsculo</a:t>
            </a:r>
          </a:p>
          <a:p>
            <a:pPr algn="ctr"/>
            <a:endParaRPr lang="pt-BR" sz="4800" dirty="0"/>
          </a:p>
          <a:p>
            <a:pPr algn="ctr"/>
            <a:endParaRPr lang="pt-BR" sz="4800" dirty="0"/>
          </a:p>
          <a:p>
            <a:pPr algn="ctr"/>
            <a:r>
              <a:rPr lang="pt-BR" sz="4800" dirty="0"/>
              <a:t>CAPS LOCK LIGADO TEXTO FICA MAIÚSCULO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08B2A80-62CA-449F-9DDB-619F92945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711" y="-152400"/>
            <a:ext cx="43912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493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7800711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800" dirty="0" err="1"/>
              <a:t>caps</a:t>
            </a:r>
            <a:r>
              <a:rPr lang="pt-BR" sz="4800" dirty="0"/>
              <a:t> </a:t>
            </a:r>
            <a:r>
              <a:rPr lang="pt-BR" sz="4800" dirty="0" err="1"/>
              <a:t>lock</a:t>
            </a:r>
            <a:r>
              <a:rPr lang="pt-BR" sz="4800" dirty="0"/>
              <a:t> apagado texto fica minúsculo</a:t>
            </a:r>
          </a:p>
          <a:p>
            <a:pPr algn="ctr"/>
            <a:endParaRPr lang="pt-BR" sz="4800" dirty="0"/>
          </a:p>
          <a:p>
            <a:pPr algn="ctr"/>
            <a:endParaRPr lang="pt-BR" sz="4800" dirty="0"/>
          </a:p>
          <a:p>
            <a:pPr algn="ctr"/>
            <a:r>
              <a:rPr lang="pt-BR" sz="4800" dirty="0"/>
              <a:t>CAPS LOCK LIGADO TEXTO FICA MAIÚSCULO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52BE33-00E3-47C9-863C-B1625F61221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15516" r="69507"/>
          <a:stretch/>
        </p:blipFill>
        <p:spPr>
          <a:xfrm>
            <a:off x="7800711" y="1165978"/>
            <a:ext cx="4482924" cy="422124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C42F7ED-F49F-470E-ACA4-05AE48CBF2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651">
            <a:off x="6334729" y="2731861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3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3619893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PARA DIGITAL O @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PRECIONE O SHIFT▲</a:t>
            </a:r>
            <a:br>
              <a:rPr lang="pt-BR" sz="2800" dirty="0"/>
            </a:br>
            <a:br>
              <a:rPr lang="pt-BR" sz="2800" dirty="0"/>
            </a:br>
            <a:r>
              <a:rPr lang="pt-BR" sz="2800" dirty="0"/>
              <a:t>DEPOIS O 2 PERTO DA LETRA R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63CAFD-BDE4-45D0-94A1-E546457470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15516"/>
          <a:stretch/>
        </p:blipFill>
        <p:spPr>
          <a:xfrm>
            <a:off x="3737769" y="1153655"/>
            <a:ext cx="8241480" cy="23162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AD5C251-C887-4075-8A67-67CD766B8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651">
            <a:off x="8324849" y="2563207"/>
            <a:ext cx="4762500" cy="47625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0C9A872-2EB7-4636-97FA-B5BA9F29ED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137583" y="1249966"/>
            <a:ext cx="3841974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5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3619893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O PONTO É ESSE MESMO BOTÃO COM O SIMBOLO &gt;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163CAFD-BDE4-45D0-94A1-E546457470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07" t="15516"/>
          <a:stretch/>
        </p:blipFill>
        <p:spPr>
          <a:xfrm>
            <a:off x="4292600" y="0"/>
            <a:ext cx="7458049" cy="392634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5E72267-6940-4A60-8DFE-DD5E94ECB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651">
            <a:off x="4345582" y="2804508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4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D93DD7-070B-4BC2-8D4F-FFC22B28184E}"/>
              </a:ext>
            </a:extLst>
          </p:cNvPr>
          <p:cNvSpPr/>
          <p:nvPr/>
        </p:nvSpPr>
        <p:spPr>
          <a:xfrm>
            <a:off x="0" y="0"/>
            <a:ext cx="3619893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SHIFT ▲ DEIXA 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LETRA MAIÚSCULA 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E</a:t>
            </a:r>
          </a:p>
          <a:p>
            <a:pPr algn="ctr"/>
            <a:r>
              <a:rPr lang="pt-BR" sz="2800" dirty="0"/>
              <a:t> </a:t>
            </a:r>
          </a:p>
          <a:p>
            <a:pPr algn="ctr"/>
            <a:r>
              <a:rPr lang="pt-BR" sz="2800" dirty="0"/>
              <a:t>ESCREVE O 2º SIMBOLO DA TECLA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B1F5F51F-CE1F-4ADF-9864-AEF21026BC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15516"/>
          <a:stretch/>
        </p:blipFill>
        <p:spPr>
          <a:xfrm>
            <a:off x="3737769" y="1153655"/>
            <a:ext cx="8241480" cy="231624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06819B1-EEFD-40ED-ACBF-8F11A8DF9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651">
            <a:off x="8396882" y="2677508"/>
            <a:ext cx="4762500" cy="47625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3895D90A-DCFF-4940-A6E2-8D766FA9A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83875" flipH="1">
            <a:off x="2637261" y="2494406"/>
            <a:ext cx="3841974" cy="4762500"/>
          </a:xfrm>
          <a:prstGeom prst="rect">
            <a:avLst/>
          </a:prstGeom>
        </p:spPr>
      </p:pic>
      <p:sp>
        <p:nvSpPr>
          <p:cNvPr id="3" name="Seta: para Cima 2">
            <a:extLst>
              <a:ext uri="{FF2B5EF4-FFF2-40B4-BE49-F238E27FC236}">
                <a16:creationId xmlns:a16="http://schemas.microsoft.com/office/drawing/2014/main" id="{B1386A55-3956-4574-AAAE-FA0B70E21721}"/>
              </a:ext>
            </a:extLst>
          </p:cNvPr>
          <p:cNvSpPr/>
          <p:nvPr/>
        </p:nvSpPr>
        <p:spPr>
          <a:xfrm>
            <a:off x="3945813" y="2666319"/>
            <a:ext cx="243485" cy="25801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Cima 13">
            <a:extLst>
              <a:ext uri="{FF2B5EF4-FFF2-40B4-BE49-F238E27FC236}">
                <a16:creationId xmlns:a16="http://schemas.microsoft.com/office/drawing/2014/main" id="{F218E8A1-B992-40A4-B6E4-5BACA416781E}"/>
              </a:ext>
            </a:extLst>
          </p:cNvPr>
          <p:cNvSpPr/>
          <p:nvPr/>
        </p:nvSpPr>
        <p:spPr>
          <a:xfrm>
            <a:off x="10397414" y="2709860"/>
            <a:ext cx="243485" cy="258015"/>
          </a:xfrm>
          <a:prstGeom prst="up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862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EE26219-D733-49EA-B1A9-B0BB788F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E1A1AF3-A849-4825-AA99-BBBDAFED6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0"/>
            <a:ext cx="3860800" cy="6858000"/>
          </a:xfrm>
          <a:prstGeom prst="rect">
            <a:avLst/>
          </a:prstGeom>
        </p:spPr>
      </p:pic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62A89A-DE7C-4759-8F45-7A0A986F56CA}"/>
              </a:ext>
            </a:extLst>
          </p:cNvPr>
          <p:cNvSpPr/>
          <p:nvPr/>
        </p:nvSpPr>
        <p:spPr>
          <a:xfrm>
            <a:off x="678730" y="1178351"/>
            <a:ext cx="3619893" cy="40629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SENHA NÚMERO CPF SEM PONTO . SEM TRAÇO –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OU A SENHA CRIADA NO SITE QUANDO CADASTROU</a:t>
            </a:r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D983990A-35E2-4F47-AA35-764975E3FAC2}"/>
              </a:ext>
            </a:extLst>
          </p:cNvPr>
          <p:cNvSpPr/>
          <p:nvPr/>
        </p:nvSpPr>
        <p:spPr>
          <a:xfrm rot="11787823">
            <a:off x="5821642" y="1317173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1286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EE26219-D733-49EA-B1A9-B0BB788F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7E1A1AF3-A849-4825-AA99-BBBDAFED6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0"/>
            <a:ext cx="3860800" cy="6858000"/>
          </a:xfrm>
          <a:prstGeom prst="rect">
            <a:avLst/>
          </a:prstGeom>
        </p:spPr>
      </p:pic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9862A89A-DE7C-4759-8F45-7A0A986F56CA}"/>
              </a:ext>
            </a:extLst>
          </p:cNvPr>
          <p:cNvSpPr/>
          <p:nvPr/>
        </p:nvSpPr>
        <p:spPr>
          <a:xfrm>
            <a:off x="678730" y="1178351"/>
            <a:ext cx="3619893" cy="40629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SENHA NÚMERO CPF SEM PONTO . SEM TRAÇO –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OU A SENHA CRIADA NO SITE QUANDO CADASTROU</a:t>
            </a:r>
          </a:p>
        </p:txBody>
      </p:sp>
      <p:sp>
        <p:nvSpPr>
          <p:cNvPr id="8" name="Seta: para Cima 7">
            <a:extLst>
              <a:ext uri="{FF2B5EF4-FFF2-40B4-BE49-F238E27FC236}">
                <a16:creationId xmlns:a16="http://schemas.microsoft.com/office/drawing/2014/main" id="{6F609585-05EA-4420-A532-5D0CF9571ACF}"/>
              </a:ext>
            </a:extLst>
          </p:cNvPr>
          <p:cNvSpPr/>
          <p:nvPr/>
        </p:nvSpPr>
        <p:spPr>
          <a:xfrm rot="1704102">
            <a:off x="3231471" y="4080159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850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EE26219-D733-49EA-B1A9-B0BB788FAA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C9AFB94-2367-4372-97F0-3A95BDE813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685" y="0"/>
            <a:ext cx="3860800" cy="6858000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9862A89A-DE7C-4759-8F45-7A0A986F56CA}"/>
              </a:ext>
            </a:extLst>
          </p:cNvPr>
          <p:cNvSpPr/>
          <p:nvPr/>
        </p:nvSpPr>
        <p:spPr>
          <a:xfrm>
            <a:off x="678730" y="1178351"/>
            <a:ext cx="3619893" cy="406295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SENHA NÚMERO CPF SEM PONTO . SEM TRAÇO –</a:t>
            </a:r>
          </a:p>
          <a:p>
            <a:pPr algn="ctr"/>
            <a:endParaRPr lang="pt-BR" sz="2800" dirty="0"/>
          </a:p>
          <a:p>
            <a:pPr algn="ctr"/>
            <a:r>
              <a:rPr lang="pt-BR" sz="2800" dirty="0"/>
              <a:t>OU A SENHA CRIADA NO SITE QUANDO CADASTROU</a:t>
            </a:r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123859E0-0BC5-4BF7-B8F8-CB128C345F78}"/>
              </a:ext>
            </a:extLst>
          </p:cNvPr>
          <p:cNvSpPr/>
          <p:nvPr/>
        </p:nvSpPr>
        <p:spPr>
          <a:xfrm rot="1704102">
            <a:off x="5025086" y="3977698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199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281352-FEF3-4D7D-B88B-068D877D6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1"/>
            <a:ext cx="12192000" cy="683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13707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618</TotalTime>
  <Words>137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34</cp:revision>
  <dcterms:created xsi:type="dcterms:W3CDTF">2026-10-21T13:01:14Z</dcterms:created>
  <dcterms:modified xsi:type="dcterms:W3CDTF">2026-10-22T13:03:52Z</dcterms:modified>
</cp:coreProperties>
</file>